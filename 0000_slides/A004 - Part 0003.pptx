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Poppins"/>
      <p:regular r:id="rId42"/>
      <p:bold r:id="rId43"/>
      <p:italic r:id="rId44"/>
      <p:boldItalic r:id="rId45"/>
    </p:embeddedFont>
    <p:embeddedFont>
      <p:font typeface="Instrument Sans"/>
      <p:regular r:id="rId46"/>
      <p:bold r:id="rId47"/>
      <p:italic r:id="rId48"/>
      <p:boldItalic r:id="rId49"/>
    </p:embeddedFont>
    <p:embeddedFont>
      <p:font typeface="Poppins Medium"/>
      <p:regular r:id="rId50"/>
      <p:bold r:id="rId51"/>
      <p:italic r:id="rId52"/>
      <p:boldItalic r:id="rId53"/>
    </p:embeddedFont>
    <p:embeddedFont>
      <p:font typeface="Poppins SemiBold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8" roundtripDataSignature="AMtx7minYvzgLWRuBhjuIPmDt0+nvgYq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Poppins-regular.fntdata"/><Relationship Id="rId41" Type="http://schemas.openxmlformats.org/officeDocument/2006/relationships/slide" Target="slides/slide36.xml"/><Relationship Id="rId44" Type="http://schemas.openxmlformats.org/officeDocument/2006/relationships/font" Target="fonts/Poppins-italic.fntdata"/><Relationship Id="rId43" Type="http://schemas.openxmlformats.org/officeDocument/2006/relationships/font" Target="fonts/Poppins-bold.fntdata"/><Relationship Id="rId46" Type="http://schemas.openxmlformats.org/officeDocument/2006/relationships/font" Target="fonts/InstrumentSans-regular.fntdata"/><Relationship Id="rId45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strumentSans-italic.fntdata"/><Relationship Id="rId47" Type="http://schemas.openxmlformats.org/officeDocument/2006/relationships/font" Target="fonts/InstrumentSans-bold.fntdata"/><Relationship Id="rId49" Type="http://schemas.openxmlformats.org/officeDocument/2006/relationships/font" Target="fonts/Instrument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Medium-bold.fntdata"/><Relationship Id="rId50" Type="http://schemas.openxmlformats.org/officeDocument/2006/relationships/font" Target="fonts/PoppinsMedium-regular.fntdata"/><Relationship Id="rId53" Type="http://schemas.openxmlformats.org/officeDocument/2006/relationships/font" Target="fonts/PoppinsMedium-boldItalic.fntdata"/><Relationship Id="rId52" Type="http://schemas.openxmlformats.org/officeDocument/2006/relationships/font" Target="fonts/PoppinsMedium-italic.fntdata"/><Relationship Id="rId11" Type="http://schemas.openxmlformats.org/officeDocument/2006/relationships/slide" Target="slides/slide6.xml"/><Relationship Id="rId55" Type="http://schemas.openxmlformats.org/officeDocument/2006/relationships/font" Target="fonts/PoppinsSemiBold-bold.fntdata"/><Relationship Id="rId10" Type="http://schemas.openxmlformats.org/officeDocument/2006/relationships/slide" Target="slides/slide5.xml"/><Relationship Id="rId54" Type="http://schemas.openxmlformats.org/officeDocument/2006/relationships/font" Target="fonts/PoppinsSemiBold-regular.fntdata"/><Relationship Id="rId13" Type="http://schemas.openxmlformats.org/officeDocument/2006/relationships/slide" Target="slides/slide8.xml"/><Relationship Id="rId57" Type="http://schemas.openxmlformats.org/officeDocument/2006/relationships/font" Target="fonts/PoppinsSemiBold-boldItalic.fntdata"/><Relationship Id="rId12" Type="http://schemas.openxmlformats.org/officeDocument/2006/relationships/slide" Target="slides/slide7.xml"/><Relationship Id="rId56" Type="http://schemas.openxmlformats.org/officeDocument/2006/relationships/font" Target="fonts/PoppinsSemiBold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ad116962ae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ad116962ae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d116962ae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ad116962ae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ad116962ae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ad116962ae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d116962a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3ad116962a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ad116962a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3ad116962a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d116962a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3ad116962a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d116962ae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3ad116962a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d116962a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ad116962a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ad116962ae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g3ad116962a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ad116962a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g3ad116962a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ad116962ae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g3ad116962a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ad116962ae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ad116962a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ad116962a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ad116962a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ad116962ae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g3ad116962ae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ad116962a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g3ad116962a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ad116962a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g3ad116962a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ad116962a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g3ad116962a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d116962ae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g3ad116962a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ad116962ae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g3ad116962ae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ad116962ae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g3ad116962ae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ad116962ae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g3ad116962ae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d116962ae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g3ad116962a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ad116962a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g3ad116962a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ad116962ae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3ad116962ae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ad116962ae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g3ad116962ae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ad116962ae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g3ad116962ae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ad116962a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3ad116962a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ad116962ae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g3ad116962ae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ad116962ae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g3ad116962ae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ad116962ae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g3ad116962ae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ad116962ae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g3ad116962ae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ad116962ae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g3ad116962ae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ad116962ae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g3ad116962ae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ad116962ae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g3ad116962ae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2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7"/>
          <p:cNvPicPr preferRelativeResize="0"/>
          <p:nvPr/>
        </p:nvPicPr>
        <p:blipFill rotWithShape="1">
          <a:blip r:embed="rId2">
            <a:alphaModFix amt="70000"/>
          </a:blip>
          <a:srcRect b="0" l="1311" r="0" t="0"/>
          <a:stretch/>
        </p:blipFill>
        <p:spPr>
          <a:xfrm>
            <a:off x="0" y="0"/>
            <a:ext cx="90232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7"/>
          <p:cNvSpPr txBox="1"/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" name="Google Shape;13;p67"/>
          <p:cNvSpPr/>
          <p:nvPr>
            <p:ph idx="2" type="pic"/>
          </p:nvPr>
        </p:nvSpPr>
        <p:spPr>
          <a:xfrm>
            <a:off x="6487225" y="2586525"/>
            <a:ext cx="12591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67"/>
          <p:cNvSpPr/>
          <p:nvPr>
            <p:ph idx="3" type="pic"/>
          </p:nvPr>
        </p:nvSpPr>
        <p:spPr>
          <a:xfrm>
            <a:off x="7757975" y="3866750"/>
            <a:ext cx="1259700" cy="1279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6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67"/>
          <p:cNvSpPr txBox="1"/>
          <p:nvPr>
            <p:ph idx="1" type="subTitle"/>
          </p:nvPr>
        </p:nvSpPr>
        <p:spPr>
          <a:xfrm>
            <a:off x="179050" y="228600"/>
            <a:ext cx="122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grpSp>
        <p:nvGrpSpPr>
          <p:cNvPr id="17" name="Google Shape;17;p67"/>
          <p:cNvGrpSpPr/>
          <p:nvPr/>
        </p:nvGrpSpPr>
        <p:grpSpPr>
          <a:xfrm>
            <a:off x="128875" y="0"/>
            <a:ext cx="8897700" cy="5144700"/>
            <a:chOff x="128875" y="0"/>
            <a:chExt cx="8897700" cy="5144700"/>
          </a:xfrm>
        </p:grpSpPr>
        <p:cxnSp>
          <p:nvCxnSpPr>
            <p:cNvPr id="18" name="Google Shape;18;p67"/>
            <p:cNvCxnSpPr/>
            <p:nvPr/>
          </p:nvCxnSpPr>
          <p:spPr>
            <a:xfrm>
              <a:off x="6480997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67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" name="Google Shape;20;p67"/>
            <p:cNvCxnSpPr/>
            <p:nvPr/>
          </p:nvCxnSpPr>
          <p:spPr>
            <a:xfrm>
              <a:off x="6481000" y="3861475"/>
              <a:ext cx="2539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67"/>
            <p:cNvCxnSpPr/>
            <p:nvPr/>
          </p:nvCxnSpPr>
          <p:spPr>
            <a:xfrm>
              <a:off x="6481000" y="2579575"/>
              <a:ext cx="2542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" name="Google Shape;22;p67"/>
            <p:cNvCxnSpPr/>
            <p:nvPr/>
          </p:nvCxnSpPr>
          <p:spPr>
            <a:xfrm>
              <a:off x="52121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" name="Google Shape;23;p67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" name="Google Shape;24;p67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67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67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67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" name="Google Shape;28;p67"/>
            <p:cNvCxnSpPr/>
            <p:nvPr/>
          </p:nvCxnSpPr>
          <p:spPr>
            <a:xfrm>
              <a:off x="128875" y="1291375"/>
              <a:ext cx="889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" name="Google Shape;29;p67"/>
          <p:cNvSpPr/>
          <p:nvPr/>
        </p:nvSpPr>
        <p:spPr>
          <a:xfrm>
            <a:off x="6486025" y="-3325"/>
            <a:ext cx="1259400" cy="1289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67"/>
          <p:cNvSpPr/>
          <p:nvPr/>
        </p:nvSpPr>
        <p:spPr>
          <a:xfrm>
            <a:off x="7756250" y="-3325"/>
            <a:ext cx="1262400" cy="1287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 1">
  <p:cSld name="CUSTOM_1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8"/>
          <p:cNvSpPr txBox="1"/>
          <p:nvPr>
            <p:ph idx="1" type="body"/>
          </p:nvPr>
        </p:nvSpPr>
        <p:spPr>
          <a:xfrm>
            <a:off x="284550" y="2579575"/>
            <a:ext cx="36555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3" name="Google Shape;33;p6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68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35" name="Google Shape;35;p68"/>
          <p:cNvGrpSpPr/>
          <p:nvPr/>
        </p:nvGrpSpPr>
        <p:grpSpPr>
          <a:xfrm>
            <a:off x="128875" y="-3665"/>
            <a:ext cx="8896225" cy="5148365"/>
            <a:chOff x="128875" y="-3665"/>
            <a:chExt cx="8896225" cy="5148365"/>
          </a:xfrm>
        </p:grpSpPr>
        <p:cxnSp>
          <p:nvCxnSpPr>
            <p:cNvPr id="36" name="Google Shape;36;p68"/>
            <p:cNvCxnSpPr/>
            <p:nvPr/>
          </p:nvCxnSpPr>
          <p:spPr>
            <a:xfrm>
              <a:off x="5212100" y="-3665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" name="Google Shape;37;p68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" name="Google Shape;38;p68"/>
            <p:cNvCxnSpPr/>
            <p:nvPr/>
          </p:nvCxnSpPr>
          <p:spPr>
            <a:xfrm>
              <a:off x="7752125" y="1069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" name="Google Shape;39;p68"/>
            <p:cNvCxnSpPr/>
            <p:nvPr/>
          </p:nvCxnSpPr>
          <p:spPr>
            <a:xfrm>
              <a:off x="5212100" y="22322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" name="Google Shape;40;p68"/>
            <p:cNvCxnSpPr/>
            <p:nvPr/>
          </p:nvCxnSpPr>
          <p:spPr>
            <a:xfrm>
              <a:off x="5210175" y="38677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" name="Google Shape;41;p68"/>
            <p:cNvCxnSpPr/>
            <p:nvPr/>
          </p:nvCxnSpPr>
          <p:spPr>
            <a:xfrm>
              <a:off x="5212100" y="25795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" name="Google Shape;42;p68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3" name="Google Shape;43;p68"/>
          <p:cNvSpPr txBox="1"/>
          <p:nvPr>
            <p:ph idx="2" type="subTitle"/>
          </p:nvPr>
        </p:nvSpPr>
        <p:spPr>
          <a:xfrm>
            <a:off x="284550" y="1291424"/>
            <a:ext cx="36555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4" name="Google Shape;44;p68"/>
          <p:cNvSpPr/>
          <p:nvPr>
            <p:ph idx="3" type="pic"/>
          </p:nvPr>
        </p:nvSpPr>
        <p:spPr>
          <a:xfrm>
            <a:off x="5219000" y="228600"/>
            <a:ext cx="2528400" cy="23469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68"/>
          <p:cNvSpPr/>
          <p:nvPr>
            <p:ph idx="4" type="pic"/>
          </p:nvPr>
        </p:nvSpPr>
        <p:spPr>
          <a:xfrm>
            <a:off x="7757025" y="2584925"/>
            <a:ext cx="1261500" cy="127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69"/>
          <p:cNvPicPr preferRelativeResize="0"/>
          <p:nvPr/>
        </p:nvPicPr>
        <p:blipFill rotWithShape="1">
          <a:blip r:embed="rId2">
            <a:alphaModFix/>
          </a:blip>
          <a:srcRect b="36187" l="0" r="0" t="0"/>
          <a:stretch/>
        </p:blipFill>
        <p:spPr>
          <a:xfrm rot="5400000">
            <a:off x="6625213" y="2747762"/>
            <a:ext cx="3529224" cy="1266849"/>
          </a:xfrm>
          <a:prstGeom prst="rect">
            <a:avLst/>
          </a:prstGeom>
          <a:gradFill>
            <a:gsLst>
              <a:gs pos="0">
                <a:srgbClr val="808978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8" name="Google Shape;48;p69"/>
          <p:cNvSpPr/>
          <p:nvPr>
            <p:ph idx="2" type="pic"/>
          </p:nvPr>
        </p:nvSpPr>
        <p:spPr>
          <a:xfrm>
            <a:off x="7757975" y="0"/>
            <a:ext cx="12561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69"/>
          <p:cNvSpPr txBox="1"/>
          <p:nvPr>
            <p:ph type="title"/>
          </p:nvPr>
        </p:nvSpPr>
        <p:spPr>
          <a:xfrm>
            <a:off x="284550" y="1291375"/>
            <a:ext cx="74676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0" name="Google Shape;50;p6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" name="Google Shape;51;p69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52" name="Google Shape;52;p69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" name="Google Shape;53;p69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" name="Google Shape;54;p6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" name="Google Shape;55;p69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6" name="Google Shape;56;p69"/>
          <p:cNvSpPr txBox="1"/>
          <p:nvPr>
            <p:ph idx="1" type="subTitle"/>
          </p:nvPr>
        </p:nvSpPr>
        <p:spPr>
          <a:xfrm>
            <a:off x="128875" y="-450"/>
            <a:ext cx="33579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14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70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60" name="Google Shape;60;p7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7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CUSTOM_14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71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65" name="Google Shape;65;p71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7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CUSTOM_14_2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72"/>
          <p:cNvPicPr preferRelativeResize="0"/>
          <p:nvPr/>
        </p:nvPicPr>
        <p:blipFill rotWithShape="1">
          <a:blip r:embed="rId2">
            <a:alphaModFix/>
          </a:blip>
          <a:srcRect b="36187" l="0" r="0" t="0"/>
          <a:stretch/>
        </p:blipFill>
        <p:spPr>
          <a:xfrm>
            <a:off x="5480550" y="1875"/>
            <a:ext cx="3541498" cy="1289501"/>
          </a:xfrm>
          <a:prstGeom prst="rect">
            <a:avLst/>
          </a:prstGeom>
          <a:gradFill>
            <a:gsLst>
              <a:gs pos="0">
                <a:srgbClr val="808978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9" name="Google Shape;69;p7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72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71" name="Google Shape;71;p72"/>
          <p:cNvGrpSpPr/>
          <p:nvPr/>
        </p:nvGrpSpPr>
        <p:grpSpPr>
          <a:xfrm>
            <a:off x="118800" y="0"/>
            <a:ext cx="8904450" cy="5135400"/>
            <a:chOff x="118800" y="0"/>
            <a:chExt cx="8904450" cy="5135400"/>
          </a:xfrm>
        </p:grpSpPr>
        <p:cxnSp>
          <p:nvCxnSpPr>
            <p:cNvPr id="72" name="Google Shape;72;p72"/>
            <p:cNvCxnSpPr/>
            <p:nvPr/>
          </p:nvCxnSpPr>
          <p:spPr>
            <a:xfrm>
              <a:off x="902325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" name="Google Shape;73;p72"/>
            <p:cNvCxnSpPr/>
            <p:nvPr/>
          </p:nvCxnSpPr>
          <p:spPr>
            <a:xfrm>
              <a:off x="11880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72"/>
            <p:cNvCxnSpPr/>
            <p:nvPr/>
          </p:nvCxnSpPr>
          <p:spPr>
            <a:xfrm>
              <a:off x="128875" y="1291375"/>
              <a:ext cx="889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3"/>
          <p:cNvPicPr preferRelativeResize="0"/>
          <p:nvPr/>
        </p:nvPicPr>
        <p:blipFill rotWithShape="1">
          <a:blip r:embed="rId2">
            <a:alphaModFix/>
          </a:blip>
          <a:srcRect b="55478" l="0" r="16387" t="0"/>
          <a:stretch/>
        </p:blipFill>
        <p:spPr>
          <a:xfrm>
            <a:off x="4727250" y="450"/>
            <a:ext cx="4289751" cy="12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3"/>
          <p:cNvSpPr/>
          <p:nvPr>
            <p:ph idx="2" type="pic"/>
          </p:nvPr>
        </p:nvSpPr>
        <p:spPr>
          <a:xfrm>
            <a:off x="131575" y="6"/>
            <a:ext cx="25332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73"/>
          <p:cNvSpPr txBox="1"/>
          <p:nvPr>
            <p:ph type="title"/>
          </p:nvPr>
        </p:nvSpPr>
        <p:spPr>
          <a:xfrm>
            <a:off x="128875" y="1291375"/>
            <a:ext cx="76233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9" name="Google Shape;79;p7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0" name="Google Shape;80;p73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81" name="Google Shape;81;p73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73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73"/>
            <p:cNvCxnSpPr/>
            <p:nvPr/>
          </p:nvCxnSpPr>
          <p:spPr>
            <a:xfrm>
              <a:off x="128875" y="1287125"/>
              <a:ext cx="8892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4" name="Google Shape;84;p73"/>
          <p:cNvSpPr txBox="1"/>
          <p:nvPr>
            <p:ph idx="1" type="subTitle"/>
          </p:nvPr>
        </p:nvSpPr>
        <p:spPr>
          <a:xfrm>
            <a:off x="5364800" y="4526452"/>
            <a:ext cx="365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BLANK_1_1_1_1_1_1_1_1_1_1_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4"/>
          <p:cNvSpPr txBox="1"/>
          <p:nvPr>
            <p:ph idx="1" type="subTitle"/>
          </p:nvPr>
        </p:nvSpPr>
        <p:spPr>
          <a:xfrm>
            <a:off x="3940150" y="1291385"/>
            <a:ext cx="25410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7" name="Google Shape;87;p74"/>
          <p:cNvSpPr/>
          <p:nvPr>
            <p:ph idx="2" type="pic"/>
          </p:nvPr>
        </p:nvSpPr>
        <p:spPr>
          <a:xfrm>
            <a:off x="134150" y="1296400"/>
            <a:ext cx="1260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7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74"/>
          <p:cNvSpPr txBox="1"/>
          <p:nvPr>
            <p:ph type="title"/>
          </p:nvPr>
        </p:nvSpPr>
        <p:spPr>
          <a:xfrm>
            <a:off x="1453925" y="228600"/>
            <a:ext cx="62022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4"/>
          <p:cNvSpPr txBox="1"/>
          <p:nvPr>
            <p:ph idx="3" type="subTitle"/>
          </p:nvPr>
        </p:nvSpPr>
        <p:spPr>
          <a:xfrm>
            <a:off x="1399375" y="1291225"/>
            <a:ext cx="25410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1" name="Google Shape;91;p74"/>
          <p:cNvSpPr txBox="1"/>
          <p:nvPr>
            <p:ph idx="4" type="subTitle"/>
          </p:nvPr>
        </p:nvSpPr>
        <p:spPr>
          <a:xfrm>
            <a:off x="6481150" y="2579575"/>
            <a:ext cx="2541000" cy="21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92" name="Google Shape;92;p7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7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5"/>
          <p:cNvSpPr txBox="1"/>
          <p:nvPr>
            <p:ph type="title"/>
          </p:nvPr>
        </p:nvSpPr>
        <p:spPr>
          <a:xfrm>
            <a:off x="1408575" y="25858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6" name="Google Shape;96;p75"/>
          <p:cNvSpPr txBox="1"/>
          <p:nvPr>
            <p:ph idx="2" type="title"/>
          </p:nvPr>
        </p:nvSpPr>
        <p:spPr>
          <a:xfrm>
            <a:off x="2669675" y="38677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7" name="Google Shape;97;p75"/>
          <p:cNvSpPr txBox="1"/>
          <p:nvPr>
            <p:ph idx="3" type="title"/>
          </p:nvPr>
        </p:nvSpPr>
        <p:spPr>
          <a:xfrm>
            <a:off x="5217125" y="3861475"/>
            <a:ext cx="346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75"/>
          <p:cNvSpPr txBox="1"/>
          <p:nvPr>
            <p:ph idx="4" type="title"/>
          </p:nvPr>
        </p:nvSpPr>
        <p:spPr>
          <a:xfrm>
            <a:off x="3947363" y="25795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75"/>
          <p:cNvSpPr txBox="1"/>
          <p:nvPr>
            <p:ph idx="5" type="title"/>
          </p:nvPr>
        </p:nvSpPr>
        <p:spPr>
          <a:xfrm>
            <a:off x="6489150" y="2579575"/>
            <a:ext cx="346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" name="Google Shape;100;p75"/>
          <p:cNvSpPr txBox="1"/>
          <p:nvPr>
            <p:ph idx="1" type="subTitle"/>
          </p:nvPr>
        </p:nvSpPr>
        <p:spPr>
          <a:xfrm>
            <a:off x="1736450" y="25858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1" name="Google Shape;101;p7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2" name="Google Shape;102;p75"/>
          <p:cNvGrpSpPr/>
          <p:nvPr/>
        </p:nvGrpSpPr>
        <p:grpSpPr>
          <a:xfrm>
            <a:off x="128875" y="0"/>
            <a:ext cx="8894400" cy="5144700"/>
            <a:chOff x="128875" y="0"/>
            <a:chExt cx="8894400" cy="5144700"/>
          </a:xfrm>
        </p:grpSpPr>
        <p:cxnSp>
          <p:nvCxnSpPr>
            <p:cNvPr id="103" name="Google Shape;103;p75"/>
            <p:cNvCxnSpPr/>
            <p:nvPr/>
          </p:nvCxnSpPr>
          <p:spPr>
            <a:xfrm>
              <a:off x="6480997" y="1200"/>
              <a:ext cx="0" cy="3860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75"/>
            <p:cNvCxnSpPr/>
            <p:nvPr/>
          </p:nvCxnSpPr>
          <p:spPr>
            <a:xfrm>
              <a:off x="7752125" y="1200"/>
              <a:ext cx="0" cy="2578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75"/>
            <p:cNvCxnSpPr/>
            <p:nvPr/>
          </p:nvCxnSpPr>
          <p:spPr>
            <a:xfrm>
              <a:off x="128875" y="38614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75"/>
            <p:cNvCxnSpPr/>
            <p:nvPr/>
          </p:nvCxnSpPr>
          <p:spPr>
            <a:xfrm>
              <a:off x="128875" y="25795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75"/>
            <p:cNvCxnSpPr/>
            <p:nvPr/>
          </p:nvCxnSpPr>
          <p:spPr>
            <a:xfrm>
              <a:off x="5212100" y="0"/>
              <a:ext cx="0" cy="2580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" name="Google Shape;108;p75"/>
            <p:cNvCxnSpPr/>
            <p:nvPr/>
          </p:nvCxnSpPr>
          <p:spPr>
            <a:xfrm>
              <a:off x="3940150" y="129137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" name="Google Shape;109;p75"/>
            <p:cNvCxnSpPr/>
            <p:nvPr/>
          </p:nvCxnSpPr>
          <p:spPr>
            <a:xfrm>
              <a:off x="2669725" y="1291375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" name="Google Shape;110;p75"/>
            <p:cNvCxnSpPr/>
            <p:nvPr/>
          </p:nvCxnSpPr>
          <p:spPr>
            <a:xfrm>
              <a:off x="1399300" y="1291375"/>
              <a:ext cx="0" cy="3853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" name="Google Shape;111;p75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75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" name="Google Shape;113;p75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75"/>
            <p:cNvCxnSpPr/>
            <p:nvPr/>
          </p:nvCxnSpPr>
          <p:spPr>
            <a:xfrm rot="10800000">
              <a:off x="7752125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75"/>
            <p:cNvCxnSpPr/>
            <p:nvPr/>
          </p:nvCxnSpPr>
          <p:spPr>
            <a:xfrm rot="10800000">
              <a:off x="5212100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75"/>
            <p:cNvCxnSpPr/>
            <p:nvPr/>
          </p:nvCxnSpPr>
          <p:spPr>
            <a:xfrm rot="10800000">
              <a:off x="2672963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7" name="Google Shape;117;p75"/>
          <p:cNvSpPr txBox="1"/>
          <p:nvPr>
            <p:ph idx="6" type="subTitle"/>
          </p:nvPr>
        </p:nvSpPr>
        <p:spPr>
          <a:xfrm>
            <a:off x="4275713" y="25795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18" name="Google Shape;118;p75"/>
          <p:cNvSpPr txBox="1"/>
          <p:nvPr>
            <p:ph idx="7" type="subTitle"/>
          </p:nvPr>
        </p:nvSpPr>
        <p:spPr>
          <a:xfrm>
            <a:off x="6817988" y="25795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19" name="Google Shape;119;p75"/>
          <p:cNvSpPr txBox="1"/>
          <p:nvPr>
            <p:ph idx="8" type="subTitle"/>
          </p:nvPr>
        </p:nvSpPr>
        <p:spPr>
          <a:xfrm>
            <a:off x="5552488" y="38614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20" name="Google Shape;120;p75"/>
          <p:cNvSpPr txBox="1"/>
          <p:nvPr>
            <p:ph idx="9" type="subTitle"/>
          </p:nvPr>
        </p:nvSpPr>
        <p:spPr>
          <a:xfrm>
            <a:off x="3009325" y="38614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21" name="Google Shape;121;p75"/>
          <p:cNvSpPr txBox="1"/>
          <p:nvPr>
            <p:ph idx="13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76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76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5" name="Google Shape;125;p76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6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27" name="Google Shape;127;p7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76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76"/>
          <p:cNvSpPr txBox="1"/>
          <p:nvPr>
            <p:ph idx="4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0" name="Google Shape;130;p76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1" name="Google Shape;131;p76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76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3" name="Google Shape;133;p76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76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5" name="Google Shape;135;p7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76"/>
          <p:cNvSpPr/>
          <p:nvPr>
            <p:ph idx="13" type="pic"/>
          </p:nvPr>
        </p:nvSpPr>
        <p:spPr>
          <a:xfrm>
            <a:off x="5215425" y="1291375"/>
            <a:ext cx="3807900" cy="38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7"/>
          <p:cNvSpPr/>
          <p:nvPr>
            <p:ph idx="2" type="pic"/>
          </p:nvPr>
        </p:nvSpPr>
        <p:spPr>
          <a:xfrm>
            <a:off x="7751475" y="1291350"/>
            <a:ext cx="1266300" cy="12852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77"/>
          <p:cNvSpPr/>
          <p:nvPr>
            <p:ph idx="3" type="pic"/>
          </p:nvPr>
        </p:nvSpPr>
        <p:spPr>
          <a:xfrm>
            <a:off x="7751425" y="3864900"/>
            <a:ext cx="1266300" cy="12849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77"/>
          <p:cNvSpPr/>
          <p:nvPr>
            <p:ph idx="4" type="pic"/>
          </p:nvPr>
        </p:nvSpPr>
        <p:spPr>
          <a:xfrm>
            <a:off x="5218487" y="2584425"/>
            <a:ext cx="2525100" cy="1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77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42" name="Google Shape;142;p77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77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77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45" name="Google Shape;145;p7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77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77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48" name="Google Shape;148;p77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49" name="Google Shape;149;p77"/>
          <p:cNvSpPr txBox="1"/>
          <p:nvPr>
            <p:ph idx="9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0" name="Google Shape;150;p77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51" name="Google Shape;151;p77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2" name="Google Shape;152;p77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53" name="Google Shape;153;p7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14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27700" y="0"/>
            <a:ext cx="1290725" cy="12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8"/>
          <p:cNvSpPr txBox="1"/>
          <p:nvPr>
            <p:ph idx="1" type="body"/>
          </p:nvPr>
        </p:nvSpPr>
        <p:spPr>
          <a:xfrm>
            <a:off x="139930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7" name="Google Shape;157;p78"/>
          <p:cNvSpPr txBox="1"/>
          <p:nvPr>
            <p:ph idx="2" type="body"/>
          </p:nvPr>
        </p:nvSpPr>
        <p:spPr>
          <a:xfrm>
            <a:off x="139930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8" name="Google Shape;158;p78"/>
          <p:cNvSpPr txBox="1"/>
          <p:nvPr>
            <p:ph idx="3" type="body"/>
          </p:nvPr>
        </p:nvSpPr>
        <p:spPr>
          <a:xfrm>
            <a:off x="139930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9" name="Google Shape;159;p78"/>
          <p:cNvSpPr txBox="1"/>
          <p:nvPr>
            <p:ph idx="4" type="body"/>
          </p:nvPr>
        </p:nvSpPr>
        <p:spPr>
          <a:xfrm>
            <a:off x="394175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0" name="Google Shape;160;p78"/>
          <p:cNvSpPr txBox="1"/>
          <p:nvPr>
            <p:ph idx="5" type="body"/>
          </p:nvPr>
        </p:nvSpPr>
        <p:spPr>
          <a:xfrm>
            <a:off x="394175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1" name="Google Shape;161;p78"/>
          <p:cNvSpPr txBox="1"/>
          <p:nvPr>
            <p:ph idx="6" type="body"/>
          </p:nvPr>
        </p:nvSpPr>
        <p:spPr>
          <a:xfrm>
            <a:off x="394175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2" name="Google Shape;162;p78"/>
          <p:cNvSpPr txBox="1"/>
          <p:nvPr>
            <p:ph idx="7" type="body"/>
          </p:nvPr>
        </p:nvSpPr>
        <p:spPr>
          <a:xfrm>
            <a:off x="648420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3" name="Google Shape;163;p78"/>
          <p:cNvSpPr txBox="1"/>
          <p:nvPr>
            <p:ph idx="8" type="body"/>
          </p:nvPr>
        </p:nvSpPr>
        <p:spPr>
          <a:xfrm>
            <a:off x="648420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4" name="Google Shape;164;p78"/>
          <p:cNvSpPr txBox="1"/>
          <p:nvPr>
            <p:ph idx="9" type="body"/>
          </p:nvPr>
        </p:nvSpPr>
        <p:spPr>
          <a:xfrm>
            <a:off x="648420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5" name="Google Shape;165;p7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78"/>
          <p:cNvSpPr txBox="1"/>
          <p:nvPr>
            <p:ph type="title"/>
          </p:nvPr>
        </p:nvSpPr>
        <p:spPr>
          <a:xfrm>
            <a:off x="139700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67" name="Google Shape;167;p7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78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78"/>
          <p:cNvSpPr txBox="1"/>
          <p:nvPr>
            <p:ph idx="13" type="subTitle"/>
          </p:nvPr>
        </p:nvSpPr>
        <p:spPr>
          <a:xfrm>
            <a:off x="139700" y="14437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70" name="Google Shape;170;p78"/>
          <p:cNvSpPr txBox="1"/>
          <p:nvPr>
            <p:ph idx="14" type="subTitle"/>
          </p:nvPr>
        </p:nvSpPr>
        <p:spPr>
          <a:xfrm>
            <a:off x="139700" y="27292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71" name="Google Shape;171;p78"/>
          <p:cNvSpPr txBox="1"/>
          <p:nvPr>
            <p:ph idx="15" type="subTitle"/>
          </p:nvPr>
        </p:nvSpPr>
        <p:spPr>
          <a:xfrm>
            <a:off x="139700" y="40147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">
  <p:cSld name="BLANK_1_1_1_1_1_1_1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9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4" name="Google Shape;174;p79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75" name="Google Shape;175;p79"/>
          <p:cNvSpPr txBox="1"/>
          <p:nvPr>
            <p:ph idx="3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6" name="Google Shape;176;p79"/>
          <p:cNvSpPr txBox="1"/>
          <p:nvPr>
            <p:ph type="title"/>
          </p:nvPr>
        </p:nvSpPr>
        <p:spPr>
          <a:xfrm>
            <a:off x="128875" y="234450"/>
            <a:ext cx="6354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7" name="Google Shape;177;p79"/>
          <p:cNvSpPr txBox="1"/>
          <p:nvPr>
            <p:ph idx="4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8" name="Google Shape;178;p79"/>
          <p:cNvSpPr txBox="1"/>
          <p:nvPr>
            <p:ph idx="5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79" name="Google Shape;179;p7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0" name="Google Shape;180;p79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79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79"/>
          <p:cNvSpPr txBox="1"/>
          <p:nvPr>
            <p:ph idx="6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0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5" name="Google Shape;185;p80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86" name="Google Shape;186;p80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87" name="Google Shape;187;p80"/>
          <p:cNvSpPr txBox="1"/>
          <p:nvPr>
            <p:ph idx="4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8" name="Google Shape;188;p80"/>
          <p:cNvSpPr/>
          <p:nvPr>
            <p:ph idx="5" type="pic"/>
          </p:nvPr>
        </p:nvSpPr>
        <p:spPr>
          <a:xfrm>
            <a:off x="128875" y="385810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80"/>
          <p:cNvSpPr/>
          <p:nvPr>
            <p:ph idx="6" type="pic"/>
          </p:nvPr>
        </p:nvSpPr>
        <p:spPr>
          <a:xfrm>
            <a:off x="128875" y="129135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80"/>
          <p:cNvSpPr/>
          <p:nvPr>
            <p:ph idx="7" type="pic"/>
          </p:nvPr>
        </p:nvSpPr>
        <p:spPr>
          <a:xfrm>
            <a:off x="3936325" y="2583600"/>
            <a:ext cx="1270500" cy="12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80"/>
          <p:cNvSpPr txBox="1"/>
          <p:nvPr>
            <p:ph type="title"/>
          </p:nvPr>
        </p:nvSpPr>
        <p:spPr>
          <a:xfrm>
            <a:off x="128875" y="234450"/>
            <a:ext cx="38100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2" name="Google Shape;192;p8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3" name="Google Shape;193;p8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8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80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6" name="Google Shape;196;p80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7" name="Google Shape;197;p80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747525" y="-6725"/>
            <a:ext cx="1265400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1"/>
          <p:cNvSpPr txBox="1"/>
          <p:nvPr>
            <p:ph idx="1" type="body"/>
          </p:nvPr>
        </p:nvSpPr>
        <p:spPr>
          <a:xfrm>
            <a:off x="134175" y="2591900"/>
            <a:ext cx="1259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1" name="Google Shape;201;p81"/>
          <p:cNvSpPr txBox="1"/>
          <p:nvPr>
            <p:ph idx="2" type="body"/>
          </p:nvPr>
        </p:nvSpPr>
        <p:spPr>
          <a:xfrm>
            <a:off x="1401350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2" name="Google Shape;202;p81"/>
          <p:cNvSpPr txBox="1"/>
          <p:nvPr>
            <p:ph idx="3" type="body"/>
          </p:nvPr>
        </p:nvSpPr>
        <p:spPr>
          <a:xfrm>
            <a:off x="2664024" y="2585275"/>
            <a:ext cx="1256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3" name="Google Shape;203;p81"/>
          <p:cNvSpPr txBox="1"/>
          <p:nvPr>
            <p:ph idx="4" type="body"/>
          </p:nvPr>
        </p:nvSpPr>
        <p:spPr>
          <a:xfrm>
            <a:off x="3942325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4" name="Google Shape;204;p81"/>
          <p:cNvSpPr txBox="1"/>
          <p:nvPr>
            <p:ph idx="5" type="body"/>
          </p:nvPr>
        </p:nvSpPr>
        <p:spPr>
          <a:xfrm>
            <a:off x="5215125" y="2585275"/>
            <a:ext cx="12642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5" name="Google Shape;205;p81"/>
          <p:cNvSpPr txBox="1"/>
          <p:nvPr>
            <p:ph idx="6" type="body"/>
          </p:nvPr>
        </p:nvSpPr>
        <p:spPr>
          <a:xfrm>
            <a:off x="6484050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6" name="Google Shape;206;p81"/>
          <p:cNvSpPr/>
          <p:nvPr>
            <p:ph idx="7" type="pic"/>
          </p:nvPr>
        </p:nvSpPr>
        <p:spPr>
          <a:xfrm>
            <a:off x="1405975" y="2584850"/>
            <a:ext cx="1259400" cy="1270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81"/>
          <p:cNvSpPr/>
          <p:nvPr>
            <p:ph idx="8" type="pic"/>
          </p:nvPr>
        </p:nvSpPr>
        <p:spPr>
          <a:xfrm>
            <a:off x="2672775" y="1298150"/>
            <a:ext cx="1264200" cy="12756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81"/>
          <p:cNvSpPr/>
          <p:nvPr>
            <p:ph idx="9" type="pic"/>
          </p:nvPr>
        </p:nvSpPr>
        <p:spPr>
          <a:xfrm>
            <a:off x="134175" y="1297300"/>
            <a:ext cx="1256700" cy="12753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81"/>
          <p:cNvSpPr/>
          <p:nvPr>
            <p:ph idx="13" type="pic"/>
          </p:nvPr>
        </p:nvSpPr>
        <p:spPr>
          <a:xfrm>
            <a:off x="3944650" y="2583775"/>
            <a:ext cx="12612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81"/>
          <p:cNvSpPr/>
          <p:nvPr>
            <p:ph idx="14" type="pic"/>
          </p:nvPr>
        </p:nvSpPr>
        <p:spPr>
          <a:xfrm>
            <a:off x="5218725" y="1297675"/>
            <a:ext cx="1256400" cy="12762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81"/>
          <p:cNvSpPr/>
          <p:nvPr>
            <p:ph idx="15" type="pic"/>
          </p:nvPr>
        </p:nvSpPr>
        <p:spPr>
          <a:xfrm>
            <a:off x="6488125" y="2584850"/>
            <a:ext cx="1259400" cy="12741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8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81"/>
          <p:cNvSpPr txBox="1"/>
          <p:nvPr>
            <p:ph idx="16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81"/>
          <p:cNvSpPr txBox="1"/>
          <p:nvPr>
            <p:ph type="title"/>
          </p:nvPr>
        </p:nvSpPr>
        <p:spPr>
          <a:xfrm>
            <a:off x="133575" y="228600"/>
            <a:ext cx="6338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15" name="Google Shape;215;p8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81"/>
          <p:cNvCxnSpPr/>
          <p:nvPr/>
        </p:nvCxnSpPr>
        <p:spPr>
          <a:xfrm>
            <a:off x="9023250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2"/>
          <p:cNvSpPr txBox="1"/>
          <p:nvPr>
            <p:ph idx="1" type="body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9" name="Google Shape;219;p82"/>
          <p:cNvSpPr txBox="1"/>
          <p:nvPr>
            <p:ph idx="2" type="body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0" name="Google Shape;220;p82"/>
          <p:cNvSpPr txBox="1"/>
          <p:nvPr>
            <p:ph idx="3" type="subTitle"/>
          </p:nvPr>
        </p:nvSpPr>
        <p:spPr>
          <a:xfrm>
            <a:off x="7754025" y="2583925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1" name="Google Shape;221;p82"/>
          <p:cNvSpPr txBox="1"/>
          <p:nvPr>
            <p:ph idx="4" type="body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2" name="Google Shape;222;p82"/>
          <p:cNvSpPr txBox="1"/>
          <p:nvPr>
            <p:ph idx="5" type="body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3" name="Google Shape;223;p82"/>
          <p:cNvSpPr txBox="1"/>
          <p:nvPr>
            <p:ph idx="6" type="subTitle"/>
          </p:nvPr>
        </p:nvSpPr>
        <p:spPr>
          <a:xfrm>
            <a:off x="137275" y="2599200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82"/>
          <p:cNvSpPr txBox="1"/>
          <p:nvPr>
            <p:ph idx="7" type="subTitle"/>
          </p:nvPr>
        </p:nvSpPr>
        <p:spPr>
          <a:xfrm>
            <a:off x="5213563" y="2588275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82"/>
          <p:cNvSpPr txBox="1"/>
          <p:nvPr>
            <p:ph idx="8" type="subTitle"/>
          </p:nvPr>
        </p:nvSpPr>
        <p:spPr>
          <a:xfrm>
            <a:off x="2673138" y="2581800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82"/>
          <p:cNvSpPr/>
          <p:nvPr>
            <p:ph idx="9" type="pic"/>
          </p:nvPr>
        </p:nvSpPr>
        <p:spPr>
          <a:xfrm>
            <a:off x="5216500" y="1297675"/>
            <a:ext cx="1259100" cy="1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82"/>
          <p:cNvSpPr/>
          <p:nvPr>
            <p:ph idx="13" type="pic"/>
          </p:nvPr>
        </p:nvSpPr>
        <p:spPr>
          <a:xfrm>
            <a:off x="7756350" y="1296175"/>
            <a:ext cx="12591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82"/>
          <p:cNvSpPr/>
          <p:nvPr>
            <p:ph idx="14" type="pic"/>
          </p:nvPr>
        </p:nvSpPr>
        <p:spPr>
          <a:xfrm>
            <a:off x="133525" y="1294525"/>
            <a:ext cx="1261800" cy="1280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8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82"/>
          <p:cNvSpPr/>
          <p:nvPr>
            <p:ph idx="15" type="pic"/>
          </p:nvPr>
        </p:nvSpPr>
        <p:spPr>
          <a:xfrm>
            <a:off x="2673500" y="1295450"/>
            <a:ext cx="1263300" cy="1277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82"/>
          <p:cNvSpPr txBox="1"/>
          <p:nvPr>
            <p:ph type="title"/>
          </p:nvPr>
        </p:nvSpPr>
        <p:spPr>
          <a:xfrm>
            <a:off x="131875" y="228600"/>
            <a:ext cx="50760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2" name="Google Shape;232;p82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82"/>
          <p:cNvCxnSpPr/>
          <p:nvPr/>
        </p:nvCxnSpPr>
        <p:spPr>
          <a:xfrm>
            <a:off x="9018413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3"/>
          <p:cNvSpPr txBox="1"/>
          <p:nvPr>
            <p:ph type="title"/>
          </p:nvPr>
        </p:nvSpPr>
        <p:spPr>
          <a:xfrm>
            <a:off x="365098" y="204287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6" name="Google Shape;236;p83"/>
          <p:cNvSpPr txBox="1"/>
          <p:nvPr>
            <p:ph idx="2" type="title"/>
          </p:nvPr>
        </p:nvSpPr>
        <p:spPr>
          <a:xfrm>
            <a:off x="365098" y="267152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83"/>
          <p:cNvSpPr txBox="1"/>
          <p:nvPr>
            <p:ph idx="3" type="title"/>
          </p:nvPr>
        </p:nvSpPr>
        <p:spPr>
          <a:xfrm>
            <a:off x="365098" y="3313600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8" name="Google Shape;238;p83"/>
          <p:cNvSpPr txBox="1"/>
          <p:nvPr>
            <p:ph idx="4" type="title"/>
          </p:nvPr>
        </p:nvSpPr>
        <p:spPr>
          <a:xfrm>
            <a:off x="365098" y="455747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83"/>
          <p:cNvSpPr txBox="1"/>
          <p:nvPr>
            <p:ph idx="5" type="title"/>
          </p:nvPr>
        </p:nvSpPr>
        <p:spPr>
          <a:xfrm>
            <a:off x="1483100" y="269207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0" name="Google Shape;240;p83"/>
          <p:cNvSpPr txBox="1"/>
          <p:nvPr>
            <p:ph idx="6" type="title"/>
          </p:nvPr>
        </p:nvSpPr>
        <p:spPr>
          <a:xfrm>
            <a:off x="365098" y="392882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1" name="Google Shape;241;p83"/>
          <p:cNvSpPr txBox="1"/>
          <p:nvPr>
            <p:ph idx="7" type="title"/>
          </p:nvPr>
        </p:nvSpPr>
        <p:spPr>
          <a:xfrm>
            <a:off x="365098" y="1408538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2" name="Google Shape;242;p83"/>
          <p:cNvSpPr txBox="1"/>
          <p:nvPr>
            <p:ph idx="8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83"/>
          <p:cNvSpPr txBox="1"/>
          <p:nvPr>
            <p:ph idx="9" type="title"/>
          </p:nvPr>
        </p:nvSpPr>
        <p:spPr>
          <a:xfrm>
            <a:off x="1483100" y="1429088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4" name="Google Shape;244;p83"/>
          <p:cNvSpPr txBox="1"/>
          <p:nvPr>
            <p:ph idx="13" type="title"/>
          </p:nvPr>
        </p:nvSpPr>
        <p:spPr>
          <a:xfrm>
            <a:off x="1483100" y="20634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5" name="Google Shape;245;p83"/>
          <p:cNvSpPr txBox="1"/>
          <p:nvPr>
            <p:ph idx="14" type="title"/>
          </p:nvPr>
        </p:nvSpPr>
        <p:spPr>
          <a:xfrm>
            <a:off x="1483100" y="33207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83"/>
          <p:cNvSpPr txBox="1"/>
          <p:nvPr>
            <p:ph idx="15" type="title"/>
          </p:nvPr>
        </p:nvSpPr>
        <p:spPr>
          <a:xfrm>
            <a:off x="1483100" y="394937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7" name="Google Shape;247;p83"/>
          <p:cNvSpPr txBox="1"/>
          <p:nvPr>
            <p:ph idx="16" type="title"/>
          </p:nvPr>
        </p:nvSpPr>
        <p:spPr>
          <a:xfrm>
            <a:off x="1483100" y="45780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8" name="Google Shape;248;p8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9" name="Google Shape;249;p8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83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755300" y="-2199"/>
            <a:ext cx="1265400" cy="12882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84"/>
          <p:cNvSpPr txBox="1"/>
          <p:nvPr>
            <p:ph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None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84"/>
          <p:cNvSpPr txBox="1"/>
          <p:nvPr>
            <p:ph idx="2" type="title"/>
          </p:nvPr>
        </p:nvSpPr>
        <p:spPr>
          <a:xfrm>
            <a:off x="1399375" y="2588200"/>
            <a:ext cx="50820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84"/>
          <p:cNvSpPr txBox="1"/>
          <p:nvPr>
            <p:ph idx="1" type="subTitle"/>
          </p:nvPr>
        </p:nvSpPr>
        <p:spPr>
          <a:xfrm>
            <a:off x="6561925" y="3856500"/>
            <a:ext cx="1835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57" name="Google Shape;257;p84"/>
          <p:cNvSpPr txBox="1"/>
          <p:nvPr>
            <p:ph idx="3" type="title"/>
          </p:nvPr>
        </p:nvSpPr>
        <p:spPr>
          <a:xfrm>
            <a:off x="1453924" y="228600"/>
            <a:ext cx="62361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58" name="Google Shape;258;p8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8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84"/>
          <p:cNvSpPr/>
          <p:nvPr>
            <p:ph idx="4" type="pic"/>
          </p:nvPr>
        </p:nvSpPr>
        <p:spPr>
          <a:xfrm>
            <a:off x="7756200" y="2584025"/>
            <a:ext cx="1263600" cy="127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9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5"/>
          <p:cNvSpPr txBox="1"/>
          <p:nvPr/>
        </p:nvSpPr>
        <p:spPr>
          <a:xfrm>
            <a:off x="7752138" y="1291375"/>
            <a:ext cx="1270500" cy="12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85"/>
          <p:cNvSpPr/>
          <p:nvPr>
            <p:ph idx="2" type="pic"/>
          </p:nvPr>
        </p:nvSpPr>
        <p:spPr>
          <a:xfrm>
            <a:off x="7977750" y="1495975"/>
            <a:ext cx="819300" cy="881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85"/>
          <p:cNvSpPr/>
          <p:nvPr>
            <p:ph idx="3" type="pic"/>
          </p:nvPr>
        </p:nvSpPr>
        <p:spPr>
          <a:xfrm>
            <a:off x="5219025" y="1297000"/>
            <a:ext cx="2528100" cy="38475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8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85"/>
          <p:cNvSpPr txBox="1"/>
          <p:nvPr>
            <p:ph type="title"/>
          </p:nvPr>
        </p:nvSpPr>
        <p:spPr>
          <a:xfrm>
            <a:off x="1453924" y="228600"/>
            <a:ext cx="61494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85"/>
          <p:cNvSpPr txBox="1"/>
          <p:nvPr>
            <p:ph idx="4"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268" name="Google Shape;268;p85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85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85"/>
          <p:cNvSpPr txBox="1"/>
          <p:nvPr>
            <p:ph idx="1" type="subTitle"/>
          </p:nvPr>
        </p:nvSpPr>
        <p:spPr>
          <a:xfrm>
            <a:off x="1399375" y="3303325"/>
            <a:ext cx="381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1" name="Google Shape;271;p85"/>
          <p:cNvSpPr txBox="1"/>
          <p:nvPr>
            <p:ph idx="5" type="subTitle"/>
          </p:nvPr>
        </p:nvSpPr>
        <p:spPr>
          <a:xfrm>
            <a:off x="1399375" y="2581675"/>
            <a:ext cx="381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tem comparison and image">
  <p:cSld name="CUSTOM_4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6"/>
          <p:cNvSpPr txBox="1"/>
          <p:nvPr>
            <p:ph idx="1" type="subTitle"/>
          </p:nvPr>
        </p:nvSpPr>
        <p:spPr>
          <a:xfrm>
            <a:off x="6486300" y="259055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86"/>
          <p:cNvSpPr txBox="1"/>
          <p:nvPr>
            <p:ph type="title"/>
          </p:nvPr>
        </p:nvSpPr>
        <p:spPr>
          <a:xfrm>
            <a:off x="6486300" y="303920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5" name="Google Shape;275;p86"/>
          <p:cNvSpPr txBox="1"/>
          <p:nvPr>
            <p:ph idx="2" type="subTitle"/>
          </p:nvPr>
        </p:nvSpPr>
        <p:spPr>
          <a:xfrm>
            <a:off x="3939525" y="258385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86"/>
          <p:cNvSpPr txBox="1"/>
          <p:nvPr>
            <p:ph idx="3" type="title"/>
          </p:nvPr>
        </p:nvSpPr>
        <p:spPr>
          <a:xfrm>
            <a:off x="3942875" y="303920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7" name="Google Shape;277;p86"/>
          <p:cNvSpPr txBox="1"/>
          <p:nvPr>
            <p:ph idx="4" type="subTitle"/>
          </p:nvPr>
        </p:nvSpPr>
        <p:spPr>
          <a:xfrm>
            <a:off x="136200" y="1289875"/>
            <a:ext cx="38106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8" name="Google Shape;278;p86"/>
          <p:cNvSpPr txBox="1"/>
          <p:nvPr>
            <p:ph idx="5" type="title"/>
          </p:nvPr>
        </p:nvSpPr>
        <p:spPr>
          <a:xfrm>
            <a:off x="136200" y="1822150"/>
            <a:ext cx="38106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9" name="Google Shape;279;p86"/>
          <p:cNvSpPr/>
          <p:nvPr>
            <p:ph idx="6" type="pic"/>
          </p:nvPr>
        </p:nvSpPr>
        <p:spPr>
          <a:xfrm>
            <a:off x="133925" y="0"/>
            <a:ext cx="12603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8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86"/>
          <p:cNvSpPr txBox="1"/>
          <p:nvPr>
            <p:ph idx="7" type="subTitle"/>
          </p:nvPr>
        </p:nvSpPr>
        <p:spPr>
          <a:xfrm>
            <a:off x="3940875" y="22860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86"/>
          <p:cNvSpPr txBox="1"/>
          <p:nvPr>
            <p:ph idx="8" type="title"/>
          </p:nvPr>
        </p:nvSpPr>
        <p:spPr>
          <a:xfrm>
            <a:off x="3940875" y="67725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3" name="Google Shape;283;p86"/>
          <p:cNvSpPr txBox="1"/>
          <p:nvPr>
            <p:ph idx="9" type="subTitle"/>
          </p:nvPr>
        </p:nvSpPr>
        <p:spPr>
          <a:xfrm>
            <a:off x="6481000" y="22860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86"/>
          <p:cNvSpPr txBox="1"/>
          <p:nvPr>
            <p:ph idx="13" type="title"/>
          </p:nvPr>
        </p:nvSpPr>
        <p:spPr>
          <a:xfrm>
            <a:off x="6481000" y="67725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 1">
  <p:cSld name="CUSTOM_5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7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pic>
        <p:nvPicPr>
          <p:cNvPr id="287" name="Google Shape;287;p87"/>
          <p:cNvPicPr preferRelativeResize="0"/>
          <p:nvPr/>
        </p:nvPicPr>
        <p:blipFill rotWithShape="1">
          <a:blip r:embed="rId2">
            <a:alphaModFix/>
          </a:blip>
          <a:srcRect b="0" l="0" r="30109" t="73622"/>
          <a:stretch/>
        </p:blipFill>
        <p:spPr>
          <a:xfrm rot="10800000">
            <a:off x="133300" y="4683125"/>
            <a:ext cx="2159200" cy="458401"/>
          </a:xfrm>
          <a:prstGeom prst="rect">
            <a:avLst/>
          </a:prstGeom>
          <a:gradFill>
            <a:gsLst>
              <a:gs pos="0">
                <a:srgbClr val="808978"/>
              </a:gs>
              <a:gs pos="49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288" name="Google Shape;288;p8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87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87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1" name="Google Shape;291;p87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2" name="Google Shape;292;p87"/>
          <p:cNvSpPr/>
          <p:nvPr>
            <p:ph idx="4" type="pic"/>
          </p:nvPr>
        </p:nvSpPr>
        <p:spPr>
          <a:xfrm>
            <a:off x="7752125" y="2584175"/>
            <a:ext cx="1266600" cy="20937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8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87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5" name="Google Shape;295;p87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6" name="Google Shape;296;p87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7" name="Google Shape;297;p87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8" name="Google Shape;298;p87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9" name="Google Shape;299;p87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0" name="Google Shape;300;p87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_6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8"/>
          <p:cNvSpPr txBox="1"/>
          <p:nvPr>
            <p:ph idx="1" type="subTitle"/>
          </p:nvPr>
        </p:nvSpPr>
        <p:spPr>
          <a:xfrm>
            <a:off x="2679700" y="1295400"/>
            <a:ext cx="3801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88"/>
          <p:cNvSpPr txBox="1"/>
          <p:nvPr>
            <p:ph idx="2" type="body"/>
          </p:nvPr>
        </p:nvSpPr>
        <p:spPr>
          <a:xfrm>
            <a:off x="2679700" y="1744013"/>
            <a:ext cx="25332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88"/>
          <p:cNvSpPr txBox="1"/>
          <p:nvPr>
            <p:ph idx="3" type="subTitle"/>
          </p:nvPr>
        </p:nvSpPr>
        <p:spPr>
          <a:xfrm>
            <a:off x="139700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5" name="Google Shape;305;p88"/>
          <p:cNvSpPr txBox="1"/>
          <p:nvPr>
            <p:ph idx="4" type="body"/>
          </p:nvPr>
        </p:nvSpPr>
        <p:spPr>
          <a:xfrm>
            <a:off x="139700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6" name="Google Shape;306;p88"/>
          <p:cNvSpPr txBox="1"/>
          <p:nvPr>
            <p:ph idx="5" type="subTitle"/>
          </p:nvPr>
        </p:nvSpPr>
        <p:spPr>
          <a:xfrm>
            <a:off x="2677600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7" name="Google Shape;307;p88"/>
          <p:cNvSpPr txBox="1"/>
          <p:nvPr>
            <p:ph idx="6" type="body"/>
          </p:nvPr>
        </p:nvSpPr>
        <p:spPr>
          <a:xfrm>
            <a:off x="2677600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8" name="Google Shape;308;p88"/>
          <p:cNvSpPr txBox="1"/>
          <p:nvPr>
            <p:ph idx="7" type="subTitle"/>
          </p:nvPr>
        </p:nvSpPr>
        <p:spPr>
          <a:xfrm>
            <a:off x="5210575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88"/>
          <p:cNvSpPr txBox="1"/>
          <p:nvPr>
            <p:ph idx="8" type="body"/>
          </p:nvPr>
        </p:nvSpPr>
        <p:spPr>
          <a:xfrm>
            <a:off x="5210575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0" name="Google Shape;310;p8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88"/>
          <p:cNvSpPr/>
          <p:nvPr>
            <p:ph idx="9" type="pic"/>
          </p:nvPr>
        </p:nvSpPr>
        <p:spPr>
          <a:xfrm>
            <a:off x="133525" y="1298275"/>
            <a:ext cx="2531400" cy="127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88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10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9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5" name="Google Shape;315;p89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6" name="Google Shape;316;p89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7" name="Google Shape;317;p89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8" name="Google Shape;318;p89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9" name="Google Shape;319;p89"/>
          <p:cNvSpPr txBox="1"/>
          <p:nvPr>
            <p:ph idx="6" type="subTitle"/>
          </p:nvPr>
        </p:nvSpPr>
        <p:spPr>
          <a:xfrm>
            <a:off x="267280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0" name="Google Shape;320;p8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89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89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89"/>
          <p:cNvSpPr/>
          <p:nvPr>
            <p:ph idx="8" type="pic"/>
          </p:nvPr>
        </p:nvSpPr>
        <p:spPr>
          <a:xfrm>
            <a:off x="134350" y="1295850"/>
            <a:ext cx="2529300" cy="12774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89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89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89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89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89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89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0" name="Google Shape;330;p89"/>
          <p:cNvSpPr txBox="1"/>
          <p:nvPr>
            <p:ph idx="18" type="subTitle"/>
          </p:nvPr>
        </p:nvSpPr>
        <p:spPr>
          <a:xfrm>
            <a:off x="13970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1" name="Google Shape;331;p89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2" name="Google Shape;332;p89"/>
          <p:cNvSpPr txBox="1"/>
          <p:nvPr>
            <p:ph idx="20" type="subTitle"/>
          </p:nvPr>
        </p:nvSpPr>
        <p:spPr>
          <a:xfrm>
            <a:off x="522025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_12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6802699" y="3851249"/>
            <a:ext cx="1292251" cy="129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90"/>
          <p:cNvSpPr txBox="1"/>
          <p:nvPr>
            <p:ph idx="1" type="subTitle"/>
          </p:nvPr>
        </p:nvSpPr>
        <p:spPr>
          <a:xfrm>
            <a:off x="5372900" y="4200925"/>
            <a:ext cx="1429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90"/>
          <p:cNvSpPr txBox="1"/>
          <p:nvPr>
            <p:ph idx="2" type="subTitle"/>
          </p:nvPr>
        </p:nvSpPr>
        <p:spPr>
          <a:xfrm>
            <a:off x="5372900" y="4504718"/>
            <a:ext cx="14298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90"/>
          <p:cNvSpPr txBox="1"/>
          <p:nvPr>
            <p:ph idx="3" type="subTitle"/>
          </p:nvPr>
        </p:nvSpPr>
        <p:spPr>
          <a:xfrm>
            <a:off x="5372900" y="170855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8" name="Google Shape;338;p90"/>
          <p:cNvSpPr txBox="1"/>
          <p:nvPr>
            <p:ph idx="4" type="subTitle"/>
          </p:nvPr>
        </p:nvSpPr>
        <p:spPr>
          <a:xfrm>
            <a:off x="5372900" y="2060150"/>
            <a:ext cx="1597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90"/>
          <p:cNvSpPr txBox="1"/>
          <p:nvPr>
            <p:ph idx="5" type="subTitle"/>
          </p:nvPr>
        </p:nvSpPr>
        <p:spPr>
          <a:xfrm>
            <a:off x="6953375" y="170855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90"/>
          <p:cNvSpPr txBox="1"/>
          <p:nvPr>
            <p:ph idx="6" type="subTitle"/>
          </p:nvPr>
        </p:nvSpPr>
        <p:spPr>
          <a:xfrm>
            <a:off x="6953375" y="2060150"/>
            <a:ext cx="1597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41" name="Google Shape;341;p90"/>
          <p:cNvCxnSpPr/>
          <p:nvPr/>
        </p:nvCxnSpPr>
        <p:spPr>
          <a:xfrm>
            <a:off x="902325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90"/>
          <p:cNvCxnSpPr/>
          <p:nvPr/>
        </p:nvCxnSpPr>
        <p:spPr>
          <a:xfrm>
            <a:off x="11880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90"/>
          <p:cNvSpPr txBox="1"/>
          <p:nvPr>
            <p:ph idx="7" type="subTitle"/>
          </p:nvPr>
        </p:nvSpPr>
        <p:spPr>
          <a:xfrm>
            <a:off x="5372900" y="17420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90"/>
          <p:cNvSpPr txBox="1"/>
          <p:nvPr>
            <p:ph idx="8" type="subTitle"/>
          </p:nvPr>
        </p:nvSpPr>
        <p:spPr>
          <a:xfrm>
            <a:off x="139700" y="1653090"/>
            <a:ext cx="36555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45" name="Google Shape;345;p9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90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7" name="Google Shape;347;p90"/>
          <p:cNvSpPr txBox="1"/>
          <p:nvPr>
            <p:ph idx="9" type="subTitle"/>
          </p:nvPr>
        </p:nvSpPr>
        <p:spPr>
          <a:xfrm>
            <a:off x="5372900" y="525800"/>
            <a:ext cx="1597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90"/>
          <p:cNvSpPr txBox="1"/>
          <p:nvPr>
            <p:ph idx="13" type="subTitle"/>
          </p:nvPr>
        </p:nvSpPr>
        <p:spPr>
          <a:xfrm>
            <a:off x="6953375" y="17420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90"/>
          <p:cNvSpPr txBox="1"/>
          <p:nvPr>
            <p:ph idx="14" type="subTitle"/>
          </p:nvPr>
        </p:nvSpPr>
        <p:spPr>
          <a:xfrm>
            <a:off x="6953375" y="525800"/>
            <a:ext cx="1597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90"/>
          <p:cNvSpPr txBox="1"/>
          <p:nvPr>
            <p:ph idx="15" type="subTitle"/>
          </p:nvPr>
        </p:nvSpPr>
        <p:spPr>
          <a:xfrm>
            <a:off x="6970400" y="4200925"/>
            <a:ext cx="1429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3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1"/>
          <p:cNvSpPr/>
          <p:nvPr>
            <p:ph idx="2" type="pic"/>
          </p:nvPr>
        </p:nvSpPr>
        <p:spPr>
          <a:xfrm>
            <a:off x="775435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91"/>
          <p:cNvSpPr/>
          <p:nvPr>
            <p:ph idx="3" type="pic"/>
          </p:nvPr>
        </p:nvSpPr>
        <p:spPr>
          <a:xfrm>
            <a:off x="521230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9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9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91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91"/>
          <p:cNvCxnSpPr/>
          <p:nvPr/>
        </p:nvCxnSpPr>
        <p:spPr>
          <a:xfrm>
            <a:off x="9020977" y="1291063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91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91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0" name="Google Shape;360;p91"/>
          <p:cNvSpPr txBox="1"/>
          <p:nvPr>
            <p:ph idx="4" type="title"/>
          </p:nvPr>
        </p:nvSpPr>
        <p:spPr>
          <a:xfrm>
            <a:off x="139700" y="12940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1" name="Google Shape;361;p91"/>
          <p:cNvSpPr txBox="1"/>
          <p:nvPr>
            <p:ph idx="5" type="title"/>
          </p:nvPr>
        </p:nvSpPr>
        <p:spPr>
          <a:xfrm>
            <a:off x="139700" y="18092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2" name="Google Shape;362;p91"/>
          <p:cNvSpPr txBox="1"/>
          <p:nvPr>
            <p:ph idx="6" type="title"/>
          </p:nvPr>
        </p:nvSpPr>
        <p:spPr>
          <a:xfrm>
            <a:off x="139700" y="25844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3" name="Google Shape;363;p91"/>
          <p:cNvSpPr txBox="1"/>
          <p:nvPr>
            <p:ph idx="7" type="title"/>
          </p:nvPr>
        </p:nvSpPr>
        <p:spPr>
          <a:xfrm>
            <a:off x="139700" y="30996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4" name="Google Shape;364;p91"/>
          <p:cNvSpPr txBox="1"/>
          <p:nvPr>
            <p:ph idx="8" type="title"/>
          </p:nvPr>
        </p:nvSpPr>
        <p:spPr>
          <a:xfrm>
            <a:off x="139700" y="38748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5" name="Google Shape;365;p91"/>
          <p:cNvSpPr txBox="1"/>
          <p:nvPr>
            <p:ph idx="9" type="title"/>
          </p:nvPr>
        </p:nvSpPr>
        <p:spPr>
          <a:xfrm>
            <a:off x="139700" y="43900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7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92"/>
          <p:cNvPicPr preferRelativeResize="0"/>
          <p:nvPr/>
        </p:nvPicPr>
        <p:blipFill rotWithShape="1">
          <a:blip r:embed="rId2">
            <a:alphaModFix/>
          </a:blip>
          <a:srcRect b="13328" l="0" r="0" t="10503"/>
          <a:stretch/>
        </p:blipFill>
        <p:spPr>
          <a:xfrm rot="10800000">
            <a:off x="135149" y="1285126"/>
            <a:ext cx="5075876" cy="38661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A solid green color" id="368" name="Google Shape;368;p92"/>
          <p:cNvSpPr/>
          <p:nvPr/>
        </p:nvSpPr>
        <p:spPr>
          <a:xfrm>
            <a:off x="135138" y="900"/>
            <a:ext cx="1257900" cy="128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descr="A solid blue color" id="369" name="Google Shape;369;p92"/>
          <p:cNvSpPr/>
          <p:nvPr/>
        </p:nvSpPr>
        <p:spPr>
          <a:xfrm>
            <a:off x="5218975" y="-1050"/>
            <a:ext cx="1257900" cy="1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9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92"/>
          <p:cNvSpPr txBox="1"/>
          <p:nvPr>
            <p:ph type="title"/>
          </p:nvPr>
        </p:nvSpPr>
        <p:spPr>
          <a:xfrm>
            <a:off x="128875" y="1666875"/>
            <a:ext cx="4922400" cy="324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2" name="Google Shape;372;p92"/>
          <p:cNvSpPr txBox="1"/>
          <p:nvPr>
            <p:ph idx="1" type="subTitle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3" name="Google Shape;373;p92"/>
          <p:cNvSpPr txBox="1"/>
          <p:nvPr>
            <p:ph idx="2" type="subTitle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4" name="Google Shape;374;p92"/>
          <p:cNvSpPr/>
          <p:nvPr>
            <p:ph idx="3" type="pic"/>
          </p:nvPr>
        </p:nvSpPr>
        <p:spPr>
          <a:xfrm>
            <a:off x="7757975" y="1297450"/>
            <a:ext cx="1259700" cy="1275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75" name="Google Shape;375;p92"/>
          <p:cNvGrpSpPr/>
          <p:nvPr/>
        </p:nvGrpSpPr>
        <p:grpSpPr>
          <a:xfrm>
            <a:off x="128875" y="0"/>
            <a:ext cx="8894550" cy="5152800"/>
            <a:chOff x="128875" y="0"/>
            <a:chExt cx="8894550" cy="5152800"/>
          </a:xfrm>
        </p:grpSpPr>
        <p:cxnSp>
          <p:nvCxnSpPr>
            <p:cNvPr id="376" name="Google Shape;376;p92"/>
            <p:cNvCxnSpPr/>
            <p:nvPr/>
          </p:nvCxnSpPr>
          <p:spPr>
            <a:xfrm>
              <a:off x="6480997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92"/>
            <p:cNvCxnSpPr/>
            <p:nvPr/>
          </p:nvCxnSpPr>
          <p:spPr>
            <a:xfrm>
              <a:off x="7752136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92"/>
            <p:cNvCxnSpPr/>
            <p:nvPr/>
          </p:nvCxnSpPr>
          <p:spPr>
            <a:xfrm>
              <a:off x="5213125" y="2579575"/>
              <a:ext cx="3810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9" name="Google Shape;379;p92"/>
            <p:cNvCxnSpPr/>
            <p:nvPr/>
          </p:nvCxnSpPr>
          <p:spPr>
            <a:xfrm>
              <a:off x="5212100" y="1075"/>
              <a:ext cx="0" cy="513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92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1" name="Google Shape;381;p92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2" name="Google Shape;382;p92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3" name="Google Shape;383;p92"/>
            <p:cNvCxnSpPr/>
            <p:nvPr/>
          </p:nvCxnSpPr>
          <p:spPr>
            <a:xfrm>
              <a:off x="128875" y="0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4" name="Google Shape;384;p92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5" name="Google Shape;385;p92"/>
            <p:cNvCxnSpPr/>
            <p:nvPr/>
          </p:nvCxnSpPr>
          <p:spPr>
            <a:xfrm>
              <a:off x="128875" y="12913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2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93"/>
          <p:cNvPicPr preferRelativeResize="0"/>
          <p:nvPr/>
        </p:nvPicPr>
        <p:blipFill rotWithShape="1">
          <a:blip r:embed="rId2">
            <a:alphaModFix/>
          </a:blip>
          <a:srcRect b="0" l="-14115" r="0" t="239"/>
          <a:stretch/>
        </p:blipFill>
        <p:spPr>
          <a:xfrm rot="-5400000">
            <a:off x="7090639" y="651563"/>
            <a:ext cx="2584673" cy="127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93"/>
          <p:cNvSpPr/>
          <p:nvPr>
            <p:ph idx="2" type="pic"/>
          </p:nvPr>
        </p:nvSpPr>
        <p:spPr>
          <a:xfrm>
            <a:off x="125900" y="-5250"/>
            <a:ext cx="3826500" cy="258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93"/>
          <p:cNvSpPr/>
          <p:nvPr>
            <p:ph idx="3" type="pic"/>
          </p:nvPr>
        </p:nvSpPr>
        <p:spPr>
          <a:xfrm>
            <a:off x="7756975" y="3876725"/>
            <a:ext cx="1261500" cy="126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93"/>
          <p:cNvSpPr txBox="1"/>
          <p:nvPr>
            <p:ph type="title"/>
          </p:nvPr>
        </p:nvSpPr>
        <p:spPr>
          <a:xfrm>
            <a:off x="125900" y="2579575"/>
            <a:ext cx="63552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91" name="Google Shape;391;p93"/>
          <p:cNvGrpSpPr/>
          <p:nvPr/>
        </p:nvGrpSpPr>
        <p:grpSpPr>
          <a:xfrm>
            <a:off x="128875" y="-1950"/>
            <a:ext cx="8894675" cy="5146650"/>
            <a:chOff x="128875" y="-1950"/>
            <a:chExt cx="8894675" cy="5146650"/>
          </a:xfrm>
        </p:grpSpPr>
        <p:cxnSp>
          <p:nvCxnSpPr>
            <p:cNvPr id="392" name="Google Shape;392;p93"/>
            <p:cNvCxnSpPr/>
            <p:nvPr/>
          </p:nvCxnSpPr>
          <p:spPr>
            <a:xfrm>
              <a:off x="77521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3" name="Google Shape;393;p93"/>
            <p:cNvCxnSpPr/>
            <p:nvPr/>
          </p:nvCxnSpPr>
          <p:spPr>
            <a:xfrm>
              <a:off x="5212100" y="-8"/>
              <a:ext cx="0" cy="1287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4" name="Google Shape;394;p93"/>
            <p:cNvCxnSpPr/>
            <p:nvPr/>
          </p:nvCxnSpPr>
          <p:spPr>
            <a:xfrm>
              <a:off x="3950538" y="-1950"/>
              <a:ext cx="0" cy="257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5" name="Google Shape;395;p93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6" name="Google Shape;396;p93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7" name="Google Shape;397;p93"/>
            <p:cNvCxnSpPr/>
            <p:nvPr/>
          </p:nvCxnSpPr>
          <p:spPr>
            <a:xfrm flipH="1" rot="10800000">
              <a:off x="3953100" y="1284725"/>
              <a:ext cx="3796800" cy="6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8" name="Google Shape;398;p93"/>
            <p:cNvCxnSpPr/>
            <p:nvPr/>
          </p:nvCxnSpPr>
          <p:spPr>
            <a:xfrm>
              <a:off x="7753950" y="3875875"/>
              <a:ext cx="1269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9" name="Google Shape;399;p93"/>
            <p:cNvCxnSpPr/>
            <p:nvPr/>
          </p:nvCxnSpPr>
          <p:spPr>
            <a:xfrm>
              <a:off x="6481000" y="-1125"/>
              <a:ext cx="0" cy="128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93"/>
            <p:cNvCxnSpPr/>
            <p:nvPr/>
          </p:nvCxnSpPr>
          <p:spPr>
            <a:xfrm>
              <a:off x="143975" y="2579575"/>
              <a:ext cx="8876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30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2">
  <p:cSld name="BLANK_1_1_1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94"/>
          <p:cNvPicPr preferRelativeResize="0"/>
          <p:nvPr/>
        </p:nvPicPr>
        <p:blipFill rotWithShape="1">
          <a:blip r:embed="rId2">
            <a:alphaModFix/>
          </a:blip>
          <a:srcRect b="0" l="1088" r="0" t="0"/>
          <a:stretch/>
        </p:blipFill>
        <p:spPr>
          <a:xfrm>
            <a:off x="128875" y="-6275"/>
            <a:ext cx="90442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94"/>
          <p:cNvSpPr txBox="1"/>
          <p:nvPr>
            <p:ph idx="1" type="subTitle"/>
          </p:nvPr>
        </p:nvSpPr>
        <p:spPr>
          <a:xfrm>
            <a:off x="128875" y="-450"/>
            <a:ext cx="25410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04" name="Google Shape;404;p94"/>
          <p:cNvSpPr txBox="1"/>
          <p:nvPr>
            <p:ph type="title"/>
          </p:nvPr>
        </p:nvSpPr>
        <p:spPr>
          <a:xfrm>
            <a:off x="128125" y="2579575"/>
            <a:ext cx="53469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05" name="Google Shape;405;p9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94"/>
          <p:cNvSpPr/>
          <p:nvPr>
            <p:ph idx="2" type="pic"/>
          </p:nvPr>
        </p:nvSpPr>
        <p:spPr>
          <a:xfrm>
            <a:off x="2673625" y="-3975"/>
            <a:ext cx="1261800" cy="12918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94"/>
          <p:cNvSpPr/>
          <p:nvPr>
            <p:ph idx="3" type="pic"/>
          </p:nvPr>
        </p:nvSpPr>
        <p:spPr>
          <a:xfrm>
            <a:off x="7752125" y="-2225"/>
            <a:ext cx="1264500" cy="38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08" name="Google Shape;408;p94"/>
          <p:cNvGrpSpPr/>
          <p:nvPr/>
        </p:nvGrpSpPr>
        <p:grpSpPr>
          <a:xfrm>
            <a:off x="128875" y="-3350"/>
            <a:ext cx="8890817" cy="5151000"/>
            <a:chOff x="128875" y="-3350"/>
            <a:chExt cx="8894375" cy="5151000"/>
          </a:xfrm>
        </p:grpSpPr>
        <p:cxnSp>
          <p:nvCxnSpPr>
            <p:cNvPr id="409" name="Google Shape;409;p94"/>
            <p:cNvCxnSpPr/>
            <p:nvPr/>
          </p:nvCxnSpPr>
          <p:spPr>
            <a:xfrm>
              <a:off x="6481000" y="-1125"/>
              <a:ext cx="0" cy="5145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0" name="Google Shape;410;p94"/>
            <p:cNvCxnSpPr/>
            <p:nvPr/>
          </p:nvCxnSpPr>
          <p:spPr>
            <a:xfrm>
              <a:off x="7752125" y="-3350"/>
              <a:ext cx="0" cy="5151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1" name="Google Shape;411;p94"/>
            <p:cNvCxnSpPr/>
            <p:nvPr/>
          </p:nvCxnSpPr>
          <p:spPr>
            <a:xfrm>
              <a:off x="6483092" y="3861475"/>
              <a:ext cx="253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2" name="Google Shape;412;p94"/>
            <p:cNvCxnSpPr/>
            <p:nvPr/>
          </p:nvCxnSpPr>
          <p:spPr>
            <a:xfrm>
              <a:off x="6484267" y="2579575"/>
              <a:ext cx="1268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3" name="Google Shape;413;p94"/>
            <p:cNvCxnSpPr/>
            <p:nvPr/>
          </p:nvCxnSpPr>
          <p:spPr>
            <a:xfrm>
              <a:off x="5212108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4" name="Google Shape;414;p94"/>
            <p:cNvCxnSpPr/>
            <p:nvPr/>
          </p:nvCxnSpPr>
          <p:spPr>
            <a:xfrm>
              <a:off x="3940162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5" name="Google Shape;415;p94"/>
            <p:cNvCxnSpPr/>
            <p:nvPr/>
          </p:nvCxnSpPr>
          <p:spPr>
            <a:xfrm>
              <a:off x="2669741" y="-1225"/>
              <a:ext cx="0" cy="12918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94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94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p94"/>
            <p:cNvCxnSpPr/>
            <p:nvPr/>
          </p:nvCxnSpPr>
          <p:spPr>
            <a:xfrm>
              <a:off x="128875" y="1291375"/>
              <a:ext cx="7626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21" name="Google Shape;421;p9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9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6" name="Google Shape;426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9" name="Google Shape;429;p9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0" name="Google Shape;430;p9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0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35" name="Google Shape;435;p10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0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40" name="Google Shape;440;p10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1" name="Google Shape;441;p10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0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/>
        </p:txBody>
      </p:sp>
      <p:sp>
        <p:nvSpPr>
          <p:cNvPr id="446" name="Google Shape;446;p10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10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1" name="Google Shape;451;p10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10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3" name="Google Shape;453;p10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4" name="Google Shape;454;p10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10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8" name="Google Shape;458;p10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9" name="Google Shape;459;p10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0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62" name="Google Shape;462;p10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3" name="Google Shape;463;p10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10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5" name="Google Shape;465;p10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0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10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9" name="Google Shape;469;p10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70" name="Google Shape;470;p10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10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10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10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1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6" name="Google Shape;476;p11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7" name="Google Shape;477;p11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8" name="Google Shape;478;p11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9" name="Google Shape;479;p11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80" name="Google Shape;480;p11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11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2" name="Google Shape;482;p11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3" name="Google Shape;483;p11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6" name="Google Shape;486;p11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1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9" name="Google Shape;489;p11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11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11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2" name="Google Shape;492;p1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3" name="Google Shape;493;p11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11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1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7" name="Google Shape;497;p11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11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11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0" name="Google Shape;500;p11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11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2" name="Google Shape;502;p1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3" name="Google Shape;503;p11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4" name="Google Shape;504;p11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5" name="Google Shape;505;p11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1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1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11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11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11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11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11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11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6" name="Google Shape;516;p11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11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11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66"/>
          <p:cNvSpPr txBox="1"/>
          <p:nvPr>
            <p:ph idx="1" type="body"/>
          </p:nvPr>
        </p:nvSpPr>
        <p:spPr>
          <a:xfrm>
            <a:off x="128875" y="1291375"/>
            <a:ext cx="38112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66"/>
          <p:cNvSpPr txBox="1"/>
          <p:nvPr>
            <p:ph type="title"/>
          </p:nvPr>
        </p:nvSpPr>
        <p:spPr>
          <a:xfrm>
            <a:off x="1293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" name="Google Shape;9;p66"/>
          <p:cNvSpPr txBox="1"/>
          <p:nvPr>
            <p:ph idx="2" type="body"/>
          </p:nvPr>
        </p:nvSpPr>
        <p:spPr>
          <a:xfrm>
            <a:off x="4485075" y="1479525"/>
            <a:ext cx="3849900" cy="26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84">
          <p15:clr>
            <a:srgbClr val="E46962"/>
          </p15:clr>
        </p15:guide>
        <p15:guide id="2" pos="81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881">
          <p15:clr>
            <a:srgbClr val="E46962"/>
          </p15:clr>
        </p15:guide>
        <p15:guide id="6" pos="1682">
          <p15:clr>
            <a:srgbClr val="E46962"/>
          </p15:clr>
        </p15:guide>
        <p15:guide id="7" pos="4083">
          <p15:clr>
            <a:srgbClr val="E46962"/>
          </p15:clr>
        </p15:guide>
        <p15:guide id="8" pos="4883">
          <p15:clr>
            <a:srgbClr val="E46962"/>
          </p15:clr>
        </p15:guide>
        <p15:guide id="9" pos="3283">
          <p15:clr>
            <a:srgbClr val="E46962"/>
          </p15:clr>
        </p15:guide>
        <p15:guide id="10" pos="2482">
          <p15:clr>
            <a:srgbClr val="E46962"/>
          </p15:clr>
        </p15:guide>
        <p15:guide id="11" orient="horz" pos="288">
          <p15:clr>
            <a:srgbClr val="E46962"/>
          </p15:clr>
        </p15:guide>
        <p15:guide id="12" orient="horz" pos="2950">
          <p15:clr>
            <a:srgbClr val="E46962"/>
          </p15:clr>
        </p15:guide>
        <p15:guide id="13" orient="horz" pos="1625">
          <p15:clr>
            <a:srgbClr val="E46962"/>
          </p15:clr>
        </p15:guide>
        <p15:guide id="14" orient="horz" pos="2432">
          <p15:clr>
            <a:srgbClr val="E46962"/>
          </p15:clr>
        </p15:guide>
        <p15:guide id="15" orient="horz" pos="813">
          <p15:clr>
            <a:srgbClr val="E46962"/>
          </p15:clr>
        </p15:guide>
        <p15:guide id="16" pos="179">
          <p15:clr>
            <a:srgbClr val="E46962"/>
          </p15:clr>
        </p15:guide>
        <p15:guide id="17" pos="1782">
          <p15:clr>
            <a:srgbClr val="E46962"/>
          </p15:clr>
        </p15:guide>
        <p15:guide id="18" pos="338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1" title="Algorithms-programs-and-programming-languages-Source-shutterstockco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910" r="16902" t="0"/>
          <a:stretch/>
        </p:blipFill>
        <p:spPr>
          <a:xfrm>
            <a:off x="5959150" y="2579575"/>
            <a:ext cx="1792975" cy="17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"/>
          <p:cNvSpPr txBox="1"/>
          <p:nvPr>
            <p:ph type="title"/>
          </p:nvPr>
        </p:nvSpPr>
        <p:spPr>
          <a:xfrm>
            <a:off x="0" y="540200"/>
            <a:ext cx="7380600" cy="24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Basics of Algorithmization and Program</a:t>
            </a:r>
            <a:endParaRPr/>
          </a:p>
        </p:txBody>
      </p:sp>
      <p:sp>
        <p:nvSpPr>
          <p:cNvPr id="525" name="Google Shape;525;p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6" name="Google Shape;526;p1" title="PI_2017.02.08_Algorithms_featured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3870" l="25384" r="42467" t="0"/>
          <a:stretch/>
        </p:blipFill>
        <p:spPr>
          <a:xfrm>
            <a:off x="7752125" y="3861475"/>
            <a:ext cx="1171475" cy="12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"/>
          <p:cNvSpPr txBox="1"/>
          <p:nvPr>
            <p:ph idx="1" type="subTitle"/>
          </p:nvPr>
        </p:nvSpPr>
        <p:spPr>
          <a:xfrm>
            <a:off x="128875" y="3861475"/>
            <a:ext cx="52440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&amp; Presented by: Mirlan Nurbekov, Lecturer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Office hours: Friday 8:00–17:00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AlaToo IT &amp; Business College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Fall 2025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1" title="College_log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950" y="892900"/>
            <a:ext cx="1502350" cy="15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d116962ae_0_30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g3ad116962ae_0_304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sp>
        <p:nvSpPr>
          <p:cNvPr id="535" name="Google Shape;535;g3ad116962ae_0_304"/>
          <p:cNvSpPr txBox="1"/>
          <p:nvPr>
            <p:ph type="title"/>
          </p:nvPr>
        </p:nvSpPr>
        <p:spPr>
          <a:xfrm>
            <a:off x="471675" y="1085100"/>
            <a:ext cx="82623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 </a:t>
            </a:r>
            <a:r>
              <a:rPr b="1" lang="en" sz="1900"/>
              <a:t>heap</a:t>
            </a:r>
            <a:r>
              <a:rPr lang="en" sz="1900"/>
              <a:t> is a special type of binary tree used mainly for fast selection of the largest or smallest value.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It is a complete binary tree (every level is fully filled from left to right, except possibly the last)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Each parent node must follow a strict ordering rule:</a:t>
            </a:r>
            <a:endParaRPr sz="19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Max-Heap: </a:t>
            </a:r>
            <a:r>
              <a:rPr lang="en" sz="1500"/>
              <a:t>parent value is greater than or equal to its children</a:t>
            </a:r>
            <a:endParaRPr sz="15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Min-Heap: </a:t>
            </a:r>
            <a:r>
              <a:rPr lang="en" sz="1500"/>
              <a:t>parent value is less than or equal to its children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Because of this property, the most important element in the structure is always located at the root.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ad116962ae_0_31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1" name="Google Shape;541;g3ad116962ae_0_314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sp>
        <p:nvSpPr>
          <p:cNvPr id="542" name="Google Shape;542;g3ad116962ae_0_314"/>
          <p:cNvSpPr txBox="1"/>
          <p:nvPr>
            <p:ph type="title"/>
          </p:nvPr>
        </p:nvSpPr>
        <p:spPr>
          <a:xfrm>
            <a:off x="471675" y="1085100"/>
            <a:ext cx="8262300" cy="29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Heaps are widely used in:</a:t>
            </a:r>
            <a:endParaRPr sz="19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900"/>
              <a:t>scheduling systems,</a:t>
            </a:r>
            <a:br>
              <a:rPr lang="en" sz="1900"/>
            </a:br>
            <a:endParaRPr sz="19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900"/>
              <a:t>priority queues,</a:t>
            </a:r>
            <a:br>
              <a:rPr lang="en" sz="1900"/>
            </a:br>
            <a:endParaRPr sz="19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900"/>
              <a:t>memory management,</a:t>
            </a:r>
            <a:br>
              <a:rPr lang="en" sz="1900"/>
            </a:br>
            <a:endParaRPr sz="19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900"/>
              <a:t>algorithms like Dijkstra and Prim.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ad116962ae_0_32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8" name="Google Shape;548;g3ad116962ae_0_32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sp>
        <p:nvSpPr>
          <p:cNvPr id="549" name="Google Shape;549;g3ad116962ae_0_321"/>
          <p:cNvSpPr txBox="1"/>
          <p:nvPr>
            <p:ph type="title"/>
          </p:nvPr>
        </p:nvSpPr>
        <p:spPr>
          <a:xfrm>
            <a:off x="471675" y="1085100"/>
            <a:ext cx="8489400" cy="3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Heap Sort is a sorting algorithm that uses the heap structure to arrange elements in ascending or descending order.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1.  Convert the array into a max-heap, so the largest element is always at the root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2. Swap the root with the last element. The largest value moves to its correct final position)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3. Reduce the heap size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4. Re-build the heap (heapify)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5. Repeat until all elements are sorted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Because we always take the largest element and place it at the end, the array gradually becomes sorted.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5" name="Google Shape;555;p3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sp>
        <p:nvSpPr>
          <p:cNvPr id="556" name="Google Shape;556;p3"/>
          <p:cNvSpPr txBox="1"/>
          <p:nvPr>
            <p:ph type="title"/>
          </p:nvPr>
        </p:nvSpPr>
        <p:spPr>
          <a:xfrm>
            <a:off x="363825" y="1478900"/>
            <a:ext cx="46725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heap:</a:t>
            </a:r>
            <a:r>
              <a:rPr lang="en"/>
              <a:t>  ordered binary tree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/>
              <a:t>max</a:t>
            </a:r>
            <a:r>
              <a:rPr b="1" lang="en"/>
              <a:t> heap:</a:t>
            </a:r>
            <a:r>
              <a:rPr lang="en"/>
              <a:t> parent &gt; child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557" name="Google Shape;55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4924" y="739904"/>
            <a:ext cx="3124250" cy="30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ad116962ae_0_9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3" name="Google Shape;563;g3ad116962ae_0_90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sp>
        <p:nvSpPr>
          <p:cNvPr id="564" name="Google Shape;564;g3ad116962ae_0_90"/>
          <p:cNvSpPr txBox="1"/>
          <p:nvPr>
            <p:ph type="title"/>
          </p:nvPr>
        </p:nvSpPr>
        <p:spPr>
          <a:xfrm>
            <a:off x="363850" y="1452100"/>
            <a:ext cx="8659500" cy="1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100"/>
              <a:t>To run heap sort we gonna use few </a:t>
            </a:r>
            <a:r>
              <a:rPr lang="en" sz="2100"/>
              <a:t>functions</a:t>
            </a:r>
            <a:r>
              <a:rPr lang="en" sz="2100"/>
              <a:t>: 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b="1" lang="en" sz="2100"/>
              <a:t>build-max-heap: </a:t>
            </a:r>
            <a:r>
              <a:rPr lang="en" sz="2100"/>
              <a:t>creates max heap from unsorted array </a:t>
            </a:r>
            <a:endParaRPr sz="2100"/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b="1" lang="en" sz="2100"/>
              <a:t>heapify:</a:t>
            </a:r>
            <a:r>
              <a:rPr lang="en" sz="2100"/>
              <a:t> similar to build-max-heap, but assumes part of array is already sorted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d116962ae_0_11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g3ad116962ae_0_115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571" name="Google Shape;571;g3ad116962ae_0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8938" y="1908188"/>
            <a:ext cx="328612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g3ad116962ae_0_115"/>
          <p:cNvSpPr txBox="1"/>
          <p:nvPr/>
        </p:nvSpPr>
        <p:spPr>
          <a:xfrm>
            <a:off x="471675" y="3144100"/>
            <a:ext cx="79029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AutoNum type="arabicPeriod"/>
            </a:pPr>
            <a:r>
              <a:rPr lang="en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Create max heap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AutoNum type="arabicPeriod"/>
            </a:pPr>
            <a:r>
              <a:rPr lang="en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Remove </a:t>
            </a:r>
            <a:r>
              <a:rPr lang="en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largest</a:t>
            </a:r>
            <a:r>
              <a:rPr lang="en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item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AutoNum type="arabicPeriod"/>
            </a:pPr>
            <a:r>
              <a:rPr lang="en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Place item in sorted partition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ad116962ae_0_14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8" name="Google Shape;578;g3ad116962ae_0_146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579" name="Google Shape;579;g3ad116962ae_0_146"/>
          <p:cNvPicPr preferRelativeResize="0"/>
          <p:nvPr/>
        </p:nvPicPr>
        <p:blipFill rotWithShape="1">
          <a:blip r:embed="rId3">
            <a:alphaModFix/>
          </a:blip>
          <a:srcRect b="37624" l="0" r="0" t="0"/>
          <a:stretch/>
        </p:blipFill>
        <p:spPr>
          <a:xfrm>
            <a:off x="654050" y="2152900"/>
            <a:ext cx="3286125" cy="83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g3ad116962ae_0_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1775" y="1652575"/>
            <a:ext cx="2686050" cy="2028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1" name="Google Shape;581;g3ad116962ae_0_146"/>
          <p:cNvCxnSpPr/>
          <p:nvPr/>
        </p:nvCxnSpPr>
        <p:spPr>
          <a:xfrm flipH="1" rot="10800000">
            <a:off x="3940175" y="2662038"/>
            <a:ext cx="908700" cy="99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ad116962ae_0_14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7" name="Google Shape;587;g3ad116962ae_0_14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588" name="Google Shape;588;g3ad116962ae_0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225" y="1006150"/>
            <a:ext cx="7309375" cy="399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d116962ae_0_13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4" name="Google Shape;594;g3ad116962ae_0_136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595" name="Google Shape;595;g3ad116962ae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200" y="990025"/>
            <a:ext cx="3857604" cy="3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ad116962ae_0_13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g3ad116962ae_0_13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602" name="Google Shape;602;g3ad116962ae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185" y="907516"/>
            <a:ext cx="4186954" cy="396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ad116962ae_0_12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8" name="Google Shape;608;g3ad116962ae_0_126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609" name="Google Shape;609;g3ad116962ae_0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597" y="1044916"/>
            <a:ext cx="3464525" cy="333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d116962ae_0_12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5" name="Google Shape;615;g3ad116962ae_0_12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616" name="Google Shape;616;g3ad116962ae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0175" y="1085100"/>
            <a:ext cx="3590475" cy="330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ad116962ae_0_16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2" name="Google Shape;622;g3ad116962ae_0_168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 (heapify)</a:t>
            </a:r>
            <a:endParaRPr sz="3200"/>
          </a:p>
        </p:txBody>
      </p:sp>
      <p:pic>
        <p:nvPicPr>
          <p:cNvPr id="623" name="Google Shape;623;g3ad116962ae_0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197325"/>
            <a:ext cx="7886700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ad116962ae_0_16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g3ad116962ae_0_162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630" name="Google Shape;630;g3ad116962ae_0_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2675" y="1085100"/>
            <a:ext cx="3285225" cy="35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ad116962ae_0_17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6" name="Google Shape;636;g3ad116962ae_0_175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637" name="Google Shape;637;g3ad116962ae_0_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2266" y="1004739"/>
            <a:ext cx="310515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ad116962ae_0_10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g3ad116962ae_0_109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644" name="Google Shape;644;g3ad116962ae_0_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8925" y="1085100"/>
            <a:ext cx="3276600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ad116962ae_0_10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0" name="Google Shape;650;g3ad116962ae_0_103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651" name="Google Shape;651;g3ad116962ae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9109" y="1013123"/>
            <a:ext cx="3162300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d116962ae_0_9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7" name="Google Shape;657;g3ad116962ae_0_97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 (heapify)</a:t>
            </a:r>
            <a:endParaRPr sz="3200"/>
          </a:p>
        </p:txBody>
      </p:sp>
      <p:pic>
        <p:nvPicPr>
          <p:cNvPr id="658" name="Google Shape;658;g3ad116962ae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163" y="1290650"/>
            <a:ext cx="6543675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ad116962ae_0_18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4" name="Google Shape;664;g3ad116962ae_0_185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665" name="Google Shape;665;g3ad116962ae_0_1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6075" y="1085100"/>
            <a:ext cx="304800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d116962ae_0_19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1" name="Google Shape;671;g3ad116962ae_0_19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672" name="Google Shape;672;g3ad116962ae_0_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633" y="1135174"/>
            <a:ext cx="288607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ad116962ae_0_19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8" name="Google Shape;678;g3ad116962ae_0_196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679" name="Google Shape;679;g3ad116962ae_0_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8438" y="1143300"/>
            <a:ext cx="2943225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ad116962ae_0_20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5" name="Google Shape;685;g3ad116962ae_0_20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686" name="Google Shape;686;g3ad116962ae_0_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9425" y="1160475"/>
            <a:ext cx="310515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ad116962ae_0_20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2" name="Google Shape;692;g3ad116962ae_0_206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r>
              <a:rPr lang="en" sz="3200"/>
              <a:t>(heapify)</a:t>
            </a:r>
            <a:endParaRPr sz="3200"/>
          </a:p>
        </p:txBody>
      </p:sp>
      <p:pic>
        <p:nvPicPr>
          <p:cNvPr id="693" name="Google Shape;693;g3ad116962ae_0_2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663" y="1425025"/>
            <a:ext cx="616267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ad116962ae_0_21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9" name="Google Shape;699;g3ad116962ae_0_21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700" name="Google Shape;700;g3ad116962ae_0_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013" y="1290638"/>
            <a:ext cx="2847975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ad116962ae_0_23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6" name="Google Shape;706;g3ad116962ae_0_23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707" name="Google Shape;707;g3ad116962ae_0_2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375" y="1128713"/>
            <a:ext cx="314325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ad116962ae_0_22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3" name="Google Shape;713;g3ad116962ae_0_226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714" name="Google Shape;714;g3ad116962ae_0_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8475" y="1147763"/>
            <a:ext cx="306705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ad116962ae_0_22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0" name="Google Shape;720;g3ad116962ae_0_22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721" name="Google Shape;721;g3ad116962ae_0_2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013" y="1143750"/>
            <a:ext cx="2847975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ad116962ae_0_24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7" name="Google Shape;727;g3ad116962ae_0_244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r>
              <a:rPr lang="en" sz="3200"/>
              <a:t>(heapify)</a:t>
            </a:r>
            <a:endParaRPr sz="3200"/>
          </a:p>
        </p:txBody>
      </p:sp>
      <p:pic>
        <p:nvPicPr>
          <p:cNvPr id="728" name="Google Shape;728;g3ad116962ae_0_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575" y="1085100"/>
            <a:ext cx="7380600" cy="3474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d116962ae_0_23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4" name="Google Shape;734;g3ad116962ae_0_239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735" name="Google Shape;735;g3ad116962ae_0_2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1017600"/>
            <a:ext cx="28575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ad116962ae_0_25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g3ad116962ae_0_252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742" name="Google Shape;742;g3ad116962ae_0_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7950" y="1085100"/>
            <a:ext cx="2695575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ad116962ae_0_25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8" name="Google Shape;748;g3ad116962ae_0_258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749" name="Google Shape;749;g3ad116962ae_0_2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9089" y="1044916"/>
            <a:ext cx="2619375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ad116962ae_0_26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5" name="Google Shape;755;g3ad116962ae_0_264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756" name="Google Shape;756;g3ad116962ae_0_2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448" y="964549"/>
            <a:ext cx="306705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ad116962ae_0_27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2" name="Google Shape;762;g3ad116962ae_0_27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763" name="Google Shape;763;g3ad116962ae_0_271"/>
          <p:cNvPicPr preferRelativeResize="0"/>
          <p:nvPr/>
        </p:nvPicPr>
        <p:blipFill rotWithShape="1">
          <a:blip r:embed="rId3">
            <a:alphaModFix/>
          </a:blip>
          <a:srcRect b="1470" l="0" r="0" t="-1470"/>
          <a:stretch/>
        </p:blipFill>
        <p:spPr>
          <a:xfrm>
            <a:off x="2988613" y="1319438"/>
            <a:ext cx="3166775" cy="25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ad116962ae_0_27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9" name="Google Shape;769;g3ad116962ae_0_278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770" name="Google Shape;770;g3ad116962ae_0_2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625" y="1697013"/>
            <a:ext cx="3644750" cy="174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ad116962ae_0_29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6" name="Google Shape;776;g3ad116962ae_0_292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Heap sort</a:t>
            </a:r>
            <a:endParaRPr sz="3200"/>
          </a:p>
        </p:txBody>
      </p:sp>
      <p:pic>
        <p:nvPicPr>
          <p:cNvPr id="777" name="Google Shape;777;g3ad116962ae_0_2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6150" y="1158125"/>
            <a:ext cx="3551694" cy="3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 - Blocks">
  <a:themeElements>
    <a:clrScheme name="Simple Light">
      <a:dk1>
        <a:srgbClr val="FDFDFC"/>
      </a:dk1>
      <a:lt1>
        <a:srgbClr val="541301"/>
      </a:lt1>
      <a:dk2>
        <a:srgbClr val="DCDBD1"/>
      </a:dk2>
      <a:lt2>
        <a:srgbClr val="E5765B"/>
      </a:lt2>
      <a:accent1>
        <a:srgbClr val="D6FFD7"/>
      </a:accent1>
      <a:accent2>
        <a:srgbClr val="EBFFEC"/>
      </a:accent2>
      <a:accent3>
        <a:srgbClr val="A9B0FE"/>
      </a:accent3>
      <a:accent4>
        <a:srgbClr val="D5D7FF"/>
      </a:accent4>
      <a:accent5>
        <a:srgbClr val="F4BBAD"/>
      </a:accent5>
      <a:accent6>
        <a:srgbClr val="1B1311"/>
      </a:accent6>
      <a:hlink>
        <a:srgbClr val="A9B0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