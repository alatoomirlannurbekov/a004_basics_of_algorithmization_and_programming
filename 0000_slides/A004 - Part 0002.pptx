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</p:sldIdLst>
  <p:sldSz cy="5143500" cx="9144000"/>
  <p:notesSz cx="6858000" cy="9144000"/>
  <p:embeddedFontLst>
    <p:embeddedFont>
      <p:font typeface="Poppins"/>
      <p:regular r:id="rId50"/>
      <p:bold r:id="rId51"/>
      <p:italic r:id="rId52"/>
      <p:boldItalic r:id="rId53"/>
    </p:embeddedFont>
    <p:embeddedFont>
      <p:font typeface="Instrument Sans"/>
      <p:regular r:id="rId54"/>
      <p:bold r:id="rId55"/>
      <p:italic r:id="rId56"/>
      <p:boldItalic r:id="rId57"/>
    </p:embeddedFont>
    <p:embeddedFont>
      <p:font typeface="Poppins Medium"/>
      <p:regular r:id="rId58"/>
      <p:bold r:id="rId59"/>
      <p:italic r:id="rId60"/>
      <p:boldItalic r:id="rId61"/>
    </p:embeddedFont>
    <p:embeddedFont>
      <p:font typeface="Poppins SemiBold"/>
      <p:regular r:id="rId62"/>
      <p:bold r:id="rId63"/>
      <p:italic r:id="rId64"/>
      <p:boldItalic r:id="rId6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66" roundtripDataSignature="AMtx7mjKDll7F5DbCyX5I0iWN2F9cBpZ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PoppinsSemiBold-regular.fntdata"/><Relationship Id="rId61" Type="http://schemas.openxmlformats.org/officeDocument/2006/relationships/font" Target="fonts/PoppinsMedium-boldItalic.fntdata"/><Relationship Id="rId20" Type="http://schemas.openxmlformats.org/officeDocument/2006/relationships/slide" Target="slides/slide15.xml"/><Relationship Id="rId64" Type="http://schemas.openxmlformats.org/officeDocument/2006/relationships/font" Target="fonts/PoppinsSemiBold-italic.fntdata"/><Relationship Id="rId63" Type="http://schemas.openxmlformats.org/officeDocument/2006/relationships/font" Target="fonts/PoppinsSemiBold-bold.fntdata"/><Relationship Id="rId22" Type="http://schemas.openxmlformats.org/officeDocument/2006/relationships/slide" Target="slides/slide17.xml"/><Relationship Id="rId66" Type="http://customschemas.google.com/relationships/presentationmetadata" Target="metadata"/><Relationship Id="rId21" Type="http://schemas.openxmlformats.org/officeDocument/2006/relationships/slide" Target="slides/slide16.xml"/><Relationship Id="rId65" Type="http://schemas.openxmlformats.org/officeDocument/2006/relationships/font" Target="fonts/PoppinsSemiBold-bold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PoppinsMedium-italic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Poppins-bold.fntdata"/><Relationship Id="rId50" Type="http://schemas.openxmlformats.org/officeDocument/2006/relationships/font" Target="fonts/Poppins-regular.fntdata"/><Relationship Id="rId53" Type="http://schemas.openxmlformats.org/officeDocument/2006/relationships/font" Target="fonts/Poppins-boldItalic.fntdata"/><Relationship Id="rId52" Type="http://schemas.openxmlformats.org/officeDocument/2006/relationships/font" Target="fonts/Poppins-italic.fntdata"/><Relationship Id="rId11" Type="http://schemas.openxmlformats.org/officeDocument/2006/relationships/slide" Target="slides/slide6.xml"/><Relationship Id="rId55" Type="http://schemas.openxmlformats.org/officeDocument/2006/relationships/font" Target="fonts/InstrumentSans-bold.fntdata"/><Relationship Id="rId10" Type="http://schemas.openxmlformats.org/officeDocument/2006/relationships/slide" Target="slides/slide5.xml"/><Relationship Id="rId54" Type="http://schemas.openxmlformats.org/officeDocument/2006/relationships/font" Target="fonts/InstrumentSans-regular.fntdata"/><Relationship Id="rId13" Type="http://schemas.openxmlformats.org/officeDocument/2006/relationships/slide" Target="slides/slide8.xml"/><Relationship Id="rId57" Type="http://schemas.openxmlformats.org/officeDocument/2006/relationships/font" Target="fonts/InstrumentSans-boldItalic.fntdata"/><Relationship Id="rId12" Type="http://schemas.openxmlformats.org/officeDocument/2006/relationships/slide" Target="slides/slide7.xml"/><Relationship Id="rId56" Type="http://schemas.openxmlformats.org/officeDocument/2006/relationships/font" Target="fonts/InstrumentSans-italic.fntdata"/><Relationship Id="rId15" Type="http://schemas.openxmlformats.org/officeDocument/2006/relationships/slide" Target="slides/slide10.xml"/><Relationship Id="rId59" Type="http://schemas.openxmlformats.org/officeDocument/2006/relationships/font" Target="fonts/PoppinsMedium-bold.fntdata"/><Relationship Id="rId14" Type="http://schemas.openxmlformats.org/officeDocument/2006/relationships/slide" Target="slides/slide9.xml"/><Relationship Id="rId58" Type="http://schemas.openxmlformats.org/officeDocument/2006/relationships/font" Target="fonts/PoppinsMedium-regular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1" name="Google Shape;52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1" name="Google Shape;53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8" name="Google Shape;538;p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3814ebdc054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5" name="Google Shape;545;g3814ebdc054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3814ebdc054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2" name="Google Shape;552;g3814ebdc054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3814ebdc054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9" name="Google Shape;559;g3814ebdc054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3814ebdc054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6" name="Google Shape;566;g3814ebdc054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3814ebdc054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3" name="Google Shape;573;g3814ebdc054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3814ebdc054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0" name="Google Shape;580;g3814ebdc054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3814ebdc054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7" name="Google Shape;587;g3814ebdc054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3814ebdc054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5" name="Google Shape;595;g3814ebdc054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3814ebdc054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2" name="Google Shape;602;g3814ebdc054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3814ebdc054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9" name="Google Shape;609;g3814ebdc054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3814ebdc054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6" name="Google Shape;616;g3814ebdc054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3814ebdc054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3" name="Google Shape;623;g3814ebdc054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g3814ebdc054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0" name="Google Shape;630;g3814ebdc054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3814ebdc054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7" name="Google Shape;637;g3814ebdc054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3814ebdc054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4" name="Google Shape;644;g3814ebdc054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3814ebdc054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1" name="Google Shape;651;g3814ebdc054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3814ebdc054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8" name="Google Shape;658;g3814ebdc054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3aa203308e0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5" name="Google Shape;665;g3aa203308e0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g3814ebdc054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6" name="Google Shape;676;g3814ebdc054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g3814ebdc054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3" name="Google Shape;683;g3814ebdc054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g3814ebdc054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0" name="Google Shape;690;g3814ebdc054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3814ebdc054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7" name="Google Shape;697;g3814ebdc054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g3814ebdc054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4" name="Google Shape;704;g3814ebdc054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g3814ebdc054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2" name="Google Shape;712;g3814ebdc054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3814ebdc054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0" name="Google Shape;720;g3814ebdc054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g3814ebdc054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7" name="Google Shape;727;g3814ebdc054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g3814ebdc054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4" name="Google Shape;734;g3814ebdc054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814ebdc054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1" name="Google Shape;741;g3814ebdc054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3814ebdc054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8" name="Google Shape;748;g3814ebdc054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3aa203308e0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6" name="Google Shape;756;g3aa203308e0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g3aa203308e0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5" name="Google Shape;765;g3aa203308e0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g3aa203308e0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2" name="Google Shape;772;g3aa203308e0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3aa203308e0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9" name="Google Shape;779;g3aa203308e0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g3aa203308e0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6" name="Google Shape;786;g3aa203308e0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g3aa203308e0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4" name="Google Shape;794;g3aa203308e0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g3aa203308e0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1" name="Google Shape;801;g3aa203308e0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g3aa203308e0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8" name="Google Shape;808;g3aa203308e0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g3aa203308e0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5" name="Google Shape;815;g3aa203308e0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g3aa203308e0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2" name="Google Shape;822;g3aa203308e0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g3aa203308e0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9" name="Google Shape;829;g3aa203308e0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g3aa203308e0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6" name="Google Shape;836;g3aa203308e0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1">
  <p:cSld name="BLANK_2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67"/>
          <p:cNvPicPr preferRelativeResize="0"/>
          <p:nvPr/>
        </p:nvPicPr>
        <p:blipFill rotWithShape="1">
          <a:blip r:embed="rId2">
            <a:alphaModFix amt="70000"/>
          </a:blip>
          <a:srcRect b="0" l="1311" r="0" t="0"/>
          <a:stretch/>
        </p:blipFill>
        <p:spPr>
          <a:xfrm>
            <a:off x="0" y="0"/>
            <a:ext cx="902324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67"/>
          <p:cNvSpPr txBox="1"/>
          <p:nvPr>
            <p:ph type="title"/>
          </p:nvPr>
        </p:nvSpPr>
        <p:spPr>
          <a:xfrm>
            <a:off x="128875" y="1291375"/>
            <a:ext cx="6341400" cy="3620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3" name="Google Shape;13;p67"/>
          <p:cNvSpPr/>
          <p:nvPr>
            <p:ph idx="2" type="pic"/>
          </p:nvPr>
        </p:nvSpPr>
        <p:spPr>
          <a:xfrm>
            <a:off x="6487225" y="2586525"/>
            <a:ext cx="1259100" cy="12690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67"/>
          <p:cNvSpPr/>
          <p:nvPr>
            <p:ph idx="3" type="pic"/>
          </p:nvPr>
        </p:nvSpPr>
        <p:spPr>
          <a:xfrm>
            <a:off x="7757975" y="3866750"/>
            <a:ext cx="1259700" cy="1279200"/>
          </a:xfrm>
          <a:prstGeom prst="rect">
            <a:avLst/>
          </a:prstGeom>
          <a:noFill/>
          <a:ln>
            <a:noFill/>
          </a:ln>
        </p:spPr>
      </p:sp>
      <p:sp>
        <p:nvSpPr>
          <p:cNvPr id="15" name="Google Shape;15;p67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67"/>
          <p:cNvSpPr txBox="1"/>
          <p:nvPr>
            <p:ph idx="1" type="subTitle"/>
          </p:nvPr>
        </p:nvSpPr>
        <p:spPr>
          <a:xfrm>
            <a:off x="179050" y="228600"/>
            <a:ext cx="12204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grpSp>
        <p:nvGrpSpPr>
          <p:cNvPr id="17" name="Google Shape;17;p67"/>
          <p:cNvGrpSpPr/>
          <p:nvPr/>
        </p:nvGrpSpPr>
        <p:grpSpPr>
          <a:xfrm>
            <a:off x="128875" y="0"/>
            <a:ext cx="8897700" cy="5144700"/>
            <a:chOff x="128875" y="0"/>
            <a:chExt cx="8897700" cy="5144700"/>
          </a:xfrm>
        </p:grpSpPr>
        <p:cxnSp>
          <p:nvCxnSpPr>
            <p:cNvPr id="18" name="Google Shape;18;p67"/>
            <p:cNvCxnSpPr/>
            <p:nvPr/>
          </p:nvCxnSpPr>
          <p:spPr>
            <a:xfrm>
              <a:off x="6480997" y="120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" name="Google Shape;19;p67"/>
            <p:cNvCxnSpPr/>
            <p:nvPr/>
          </p:nvCxnSpPr>
          <p:spPr>
            <a:xfrm>
              <a:off x="7752136" y="120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" name="Google Shape;20;p67"/>
            <p:cNvCxnSpPr/>
            <p:nvPr/>
          </p:nvCxnSpPr>
          <p:spPr>
            <a:xfrm>
              <a:off x="6481000" y="3861475"/>
              <a:ext cx="2539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" name="Google Shape;21;p67"/>
            <p:cNvCxnSpPr/>
            <p:nvPr/>
          </p:nvCxnSpPr>
          <p:spPr>
            <a:xfrm>
              <a:off x="6481000" y="2579575"/>
              <a:ext cx="25422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" name="Google Shape;22;p67"/>
            <p:cNvCxnSpPr/>
            <p:nvPr/>
          </p:nvCxnSpPr>
          <p:spPr>
            <a:xfrm>
              <a:off x="5212100" y="1200"/>
              <a:ext cx="0" cy="12903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" name="Google Shape;23;p67"/>
            <p:cNvCxnSpPr/>
            <p:nvPr/>
          </p:nvCxnSpPr>
          <p:spPr>
            <a:xfrm>
              <a:off x="3940150" y="1200"/>
              <a:ext cx="0" cy="12903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" name="Google Shape;24;p67"/>
            <p:cNvCxnSpPr/>
            <p:nvPr/>
          </p:nvCxnSpPr>
          <p:spPr>
            <a:xfrm>
              <a:off x="2669725" y="1200"/>
              <a:ext cx="0" cy="12903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" name="Google Shape;25;p67"/>
            <p:cNvCxnSpPr/>
            <p:nvPr/>
          </p:nvCxnSpPr>
          <p:spPr>
            <a:xfrm>
              <a:off x="1399300" y="1200"/>
              <a:ext cx="0" cy="12903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" name="Google Shape;26;p67"/>
            <p:cNvCxnSpPr/>
            <p:nvPr/>
          </p:nvCxnSpPr>
          <p:spPr>
            <a:xfrm>
              <a:off x="128875" y="0"/>
              <a:ext cx="0" cy="51447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" name="Google Shape;27;p67"/>
            <p:cNvCxnSpPr/>
            <p:nvPr/>
          </p:nvCxnSpPr>
          <p:spPr>
            <a:xfrm>
              <a:off x="9023250" y="120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8" name="Google Shape;28;p67"/>
            <p:cNvCxnSpPr/>
            <p:nvPr/>
          </p:nvCxnSpPr>
          <p:spPr>
            <a:xfrm>
              <a:off x="128875" y="1291375"/>
              <a:ext cx="8897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9" name="Google Shape;29;p67"/>
          <p:cNvSpPr/>
          <p:nvPr/>
        </p:nvSpPr>
        <p:spPr>
          <a:xfrm>
            <a:off x="6486025" y="-3325"/>
            <a:ext cx="1259400" cy="12891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" name="Google Shape;30;p67"/>
          <p:cNvSpPr/>
          <p:nvPr/>
        </p:nvSpPr>
        <p:spPr>
          <a:xfrm>
            <a:off x="7756250" y="-3325"/>
            <a:ext cx="1262400" cy="12879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 1">
  <p:cSld name="CUSTOM_11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8"/>
          <p:cNvSpPr txBox="1"/>
          <p:nvPr>
            <p:ph idx="1" type="body"/>
          </p:nvPr>
        </p:nvSpPr>
        <p:spPr>
          <a:xfrm>
            <a:off x="284550" y="2579575"/>
            <a:ext cx="3655500" cy="12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33" name="Google Shape;33;p68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" name="Google Shape;34;p68"/>
          <p:cNvSpPr txBox="1"/>
          <p:nvPr>
            <p:ph type="title"/>
          </p:nvPr>
        </p:nvSpPr>
        <p:spPr>
          <a:xfrm>
            <a:off x="139700" y="228600"/>
            <a:ext cx="5079300" cy="10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grpSp>
        <p:nvGrpSpPr>
          <p:cNvPr id="35" name="Google Shape;35;p68"/>
          <p:cNvGrpSpPr/>
          <p:nvPr/>
        </p:nvGrpSpPr>
        <p:grpSpPr>
          <a:xfrm>
            <a:off x="128875" y="-3665"/>
            <a:ext cx="8896225" cy="5148365"/>
            <a:chOff x="128875" y="-3665"/>
            <a:chExt cx="8896225" cy="5148365"/>
          </a:xfrm>
        </p:grpSpPr>
        <p:cxnSp>
          <p:nvCxnSpPr>
            <p:cNvPr id="36" name="Google Shape;36;p68"/>
            <p:cNvCxnSpPr/>
            <p:nvPr/>
          </p:nvCxnSpPr>
          <p:spPr>
            <a:xfrm>
              <a:off x="5212100" y="-3665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" name="Google Shape;37;p68"/>
            <p:cNvCxnSpPr/>
            <p:nvPr/>
          </p:nvCxnSpPr>
          <p:spPr>
            <a:xfrm>
              <a:off x="128875" y="0"/>
              <a:ext cx="0" cy="514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8" name="Google Shape;38;p68"/>
            <p:cNvCxnSpPr/>
            <p:nvPr/>
          </p:nvCxnSpPr>
          <p:spPr>
            <a:xfrm>
              <a:off x="7752125" y="1069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9" name="Google Shape;39;p68"/>
            <p:cNvCxnSpPr/>
            <p:nvPr/>
          </p:nvCxnSpPr>
          <p:spPr>
            <a:xfrm>
              <a:off x="5212100" y="223225"/>
              <a:ext cx="38130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" name="Google Shape;40;p68"/>
            <p:cNvCxnSpPr/>
            <p:nvPr/>
          </p:nvCxnSpPr>
          <p:spPr>
            <a:xfrm>
              <a:off x="5210175" y="3867775"/>
              <a:ext cx="38130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" name="Google Shape;41;p68"/>
            <p:cNvCxnSpPr/>
            <p:nvPr/>
          </p:nvCxnSpPr>
          <p:spPr>
            <a:xfrm>
              <a:off x="5212100" y="2579575"/>
              <a:ext cx="38130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2" name="Google Shape;42;p68"/>
            <p:cNvCxnSpPr/>
            <p:nvPr/>
          </p:nvCxnSpPr>
          <p:spPr>
            <a:xfrm>
              <a:off x="9023250" y="120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43" name="Google Shape;43;p68"/>
          <p:cNvSpPr txBox="1"/>
          <p:nvPr>
            <p:ph idx="2" type="subTitle"/>
          </p:nvPr>
        </p:nvSpPr>
        <p:spPr>
          <a:xfrm>
            <a:off x="284550" y="1291424"/>
            <a:ext cx="3655500" cy="12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44" name="Google Shape;44;p68"/>
          <p:cNvSpPr/>
          <p:nvPr>
            <p:ph idx="3" type="pic"/>
          </p:nvPr>
        </p:nvSpPr>
        <p:spPr>
          <a:xfrm>
            <a:off x="5219000" y="228600"/>
            <a:ext cx="2528400" cy="2346900"/>
          </a:xfrm>
          <a:prstGeom prst="rect">
            <a:avLst/>
          </a:prstGeom>
          <a:noFill/>
          <a:ln>
            <a:noFill/>
          </a:ln>
        </p:spPr>
      </p:sp>
      <p:sp>
        <p:nvSpPr>
          <p:cNvPr id="45" name="Google Shape;45;p68"/>
          <p:cNvSpPr/>
          <p:nvPr>
            <p:ph idx="4" type="pic"/>
          </p:nvPr>
        </p:nvSpPr>
        <p:spPr>
          <a:xfrm>
            <a:off x="7757025" y="2584925"/>
            <a:ext cx="1261500" cy="1279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Alt 1">
  <p:cSld name="BLANK_1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69"/>
          <p:cNvPicPr preferRelativeResize="0"/>
          <p:nvPr/>
        </p:nvPicPr>
        <p:blipFill rotWithShape="1">
          <a:blip r:embed="rId2">
            <a:alphaModFix/>
          </a:blip>
          <a:srcRect b="36187" l="0" r="0" t="0"/>
          <a:stretch/>
        </p:blipFill>
        <p:spPr>
          <a:xfrm rot="5400000">
            <a:off x="6625213" y="2747762"/>
            <a:ext cx="3529224" cy="1266849"/>
          </a:xfrm>
          <a:prstGeom prst="rect">
            <a:avLst/>
          </a:prstGeom>
          <a:gradFill>
            <a:gsLst>
              <a:gs pos="0">
                <a:srgbClr val="808978"/>
              </a:gs>
              <a:gs pos="58000">
                <a:schemeClr val="dk1"/>
              </a:gs>
              <a:gs pos="100000">
                <a:schemeClr val="dk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48" name="Google Shape;48;p69"/>
          <p:cNvSpPr/>
          <p:nvPr>
            <p:ph idx="2" type="pic"/>
          </p:nvPr>
        </p:nvSpPr>
        <p:spPr>
          <a:xfrm>
            <a:off x="7757975" y="0"/>
            <a:ext cx="1256100" cy="1286400"/>
          </a:xfrm>
          <a:prstGeom prst="rect">
            <a:avLst/>
          </a:prstGeom>
          <a:noFill/>
          <a:ln>
            <a:noFill/>
          </a:ln>
        </p:spPr>
      </p:sp>
      <p:sp>
        <p:nvSpPr>
          <p:cNvPr id="49" name="Google Shape;49;p69"/>
          <p:cNvSpPr txBox="1"/>
          <p:nvPr>
            <p:ph type="title"/>
          </p:nvPr>
        </p:nvSpPr>
        <p:spPr>
          <a:xfrm>
            <a:off x="284550" y="1291375"/>
            <a:ext cx="7467600" cy="3621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50" name="Google Shape;50;p69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51" name="Google Shape;51;p69"/>
          <p:cNvGrpSpPr/>
          <p:nvPr/>
        </p:nvGrpSpPr>
        <p:grpSpPr>
          <a:xfrm>
            <a:off x="128875" y="0"/>
            <a:ext cx="8894375" cy="5144700"/>
            <a:chOff x="128875" y="0"/>
            <a:chExt cx="8894375" cy="5144700"/>
          </a:xfrm>
        </p:grpSpPr>
        <p:cxnSp>
          <p:nvCxnSpPr>
            <p:cNvPr id="52" name="Google Shape;52;p69"/>
            <p:cNvCxnSpPr/>
            <p:nvPr/>
          </p:nvCxnSpPr>
          <p:spPr>
            <a:xfrm>
              <a:off x="7752136" y="120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3" name="Google Shape;53;p69"/>
            <p:cNvCxnSpPr/>
            <p:nvPr/>
          </p:nvCxnSpPr>
          <p:spPr>
            <a:xfrm>
              <a:off x="128875" y="0"/>
              <a:ext cx="0" cy="514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" name="Google Shape;54;p69"/>
            <p:cNvCxnSpPr/>
            <p:nvPr/>
          </p:nvCxnSpPr>
          <p:spPr>
            <a:xfrm>
              <a:off x="9023250" y="120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5" name="Google Shape;55;p69"/>
            <p:cNvCxnSpPr/>
            <p:nvPr/>
          </p:nvCxnSpPr>
          <p:spPr>
            <a:xfrm>
              <a:off x="128875" y="1291375"/>
              <a:ext cx="8885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56" name="Google Shape;56;p69"/>
          <p:cNvSpPr txBox="1"/>
          <p:nvPr>
            <p:ph idx="1" type="subTitle"/>
          </p:nvPr>
        </p:nvSpPr>
        <p:spPr>
          <a:xfrm>
            <a:off x="128875" y="-450"/>
            <a:ext cx="3357900" cy="12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1">
  <p:cSld name="CUSTOM_14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70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" name="Google Shape;59;p70"/>
          <p:cNvSpPr txBox="1"/>
          <p:nvPr>
            <p:ph type="title"/>
          </p:nvPr>
        </p:nvSpPr>
        <p:spPr>
          <a:xfrm>
            <a:off x="128875" y="228600"/>
            <a:ext cx="6341400" cy="6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cxnSp>
        <p:nvCxnSpPr>
          <p:cNvPr id="60" name="Google Shape;60;p70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70"/>
          <p:cNvCxnSpPr/>
          <p:nvPr/>
        </p:nvCxnSpPr>
        <p:spPr>
          <a:xfrm>
            <a:off x="9023250" y="1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CUSTOM_14_2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71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4" name="Google Shape;64;p71"/>
          <p:cNvSpPr txBox="1"/>
          <p:nvPr>
            <p:ph type="title"/>
          </p:nvPr>
        </p:nvSpPr>
        <p:spPr>
          <a:xfrm>
            <a:off x="128875" y="228600"/>
            <a:ext cx="6341400" cy="6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cxnSp>
        <p:nvCxnSpPr>
          <p:cNvPr id="65" name="Google Shape;65;p71"/>
          <p:cNvCxnSpPr/>
          <p:nvPr/>
        </p:nvCxnSpPr>
        <p:spPr>
          <a:xfrm>
            <a:off x="9023250" y="1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" name="Google Shape;66;p71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CUSTOM_14_2_1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72"/>
          <p:cNvPicPr preferRelativeResize="0"/>
          <p:nvPr/>
        </p:nvPicPr>
        <p:blipFill rotWithShape="1">
          <a:blip r:embed="rId2">
            <a:alphaModFix/>
          </a:blip>
          <a:srcRect b="36187" l="0" r="0" t="0"/>
          <a:stretch/>
        </p:blipFill>
        <p:spPr>
          <a:xfrm>
            <a:off x="5480550" y="1875"/>
            <a:ext cx="3541498" cy="1289501"/>
          </a:xfrm>
          <a:prstGeom prst="rect">
            <a:avLst/>
          </a:prstGeom>
          <a:gradFill>
            <a:gsLst>
              <a:gs pos="0">
                <a:srgbClr val="808978"/>
              </a:gs>
              <a:gs pos="58000">
                <a:schemeClr val="dk1"/>
              </a:gs>
              <a:gs pos="100000">
                <a:schemeClr val="dk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69" name="Google Shape;69;p72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0" name="Google Shape;70;p72"/>
          <p:cNvSpPr txBox="1"/>
          <p:nvPr>
            <p:ph type="title"/>
          </p:nvPr>
        </p:nvSpPr>
        <p:spPr>
          <a:xfrm>
            <a:off x="128875" y="228600"/>
            <a:ext cx="6341400" cy="6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grpSp>
        <p:nvGrpSpPr>
          <p:cNvPr id="71" name="Google Shape;71;p72"/>
          <p:cNvGrpSpPr/>
          <p:nvPr/>
        </p:nvGrpSpPr>
        <p:grpSpPr>
          <a:xfrm>
            <a:off x="118800" y="0"/>
            <a:ext cx="8904450" cy="5135400"/>
            <a:chOff x="118800" y="0"/>
            <a:chExt cx="8904450" cy="5135400"/>
          </a:xfrm>
        </p:grpSpPr>
        <p:cxnSp>
          <p:nvCxnSpPr>
            <p:cNvPr id="72" name="Google Shape;72;p72"/>
            <p:cNvCxnSpPr/>
            <p:nvPr/>
          </p:nvCxnSpPr>
          <p:spPr>
            <a:xfrm>
              <a:off x="9023250" y="0"/>
              <a:ext cx="0" cy="5135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3" name="Google Shape;73;p72"/>
            <p:cNvCxnSpPr/>
            <p:nvPr/>
          </p:nvCxnSpPr>
          <p:spPr>
            <a:xfrm>
              <a:off x="118800" y="0"/>
              <a:ext cx="0" cy="5135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4" name="Google Shape;74;p72"/>
            <p:cNvCxnSpPr/>
            <p:nvPr/>
          </p:nvCxnSpPr>
          <p:spPr>
            <a:xfrm>
              <a:off x="128875" y="1291375"/>
              <a:ext cx="88902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73"/>
          <p:cNvPicPr preferRelativeResize="0"/>
          <p:nvPr/>
        </p:nvPicPr>
        <p:blipFill rotWithShape="1">
          <a:blip r:embed="rId2">
            <a:alphaModFix/>
          </a:blip>
          <a:srcRect b="55478" l="0" r="16387" t="0"/>
          <a:stretch/>
        </p:blipFill>
        <p:spPr>
          <a:xfrm>
            <a:off x="4727250" y="450"/>
            <a:ext cx="4289751" cy="1284901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73"/>
          <p:cNvSpPr/>
          <p:nvPr>
            <p:ph idx="2" type="pic"/>
          </p:nvPr>
        </p:nvSpPr>
        <p:spPr>
          <a:xfrm>
            <a:off x="131575" y="6"/>
            <a:ext cx="2533200" cy="1285800"/>
          </a:xfrm>
          <a:prstGeom prst="rect">
            <a:avLst/>
          </a:prstGeom>
          <a:noFill/>
          <a:ln>
            <a:noFill/>
          </a:ln>
        </p:spPr>
      </p:sp>
      <p:sp>
        <p:nvSpPr>
          <p:cNvPr id="78" name="Google Shape;78;p73"/>
          <p:cNvSpPr txBox="1"/>
          <p:nvPr>
            <p:ph type="title"/>
          </p:nvPr>
        </p:nvSpPr>
        <p:spPr>
          <a:xfrm>
            <a:off x="128875" y="1291375"/>
            <a:ext cx="7623300" cy="3621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79" name="Google Shape;79;p73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80" name="Google Shape;80;p73"/>
          <p:cNvGrpSpPr/>
          <p:nvPr/>
        </p:nvGrpSpPr>
        <p:grpSpPr>
          <a:xfrm>
            <a:off x="128875" y="0"/>
            <a:ext cx="8894375" cy="5144700"/>
            <a:chOff x="128875" y="0"/>
            <a:chExt cx="8894375" cy="5144700"/>
          </a:xfrm>
        </p:grpSpPr>
        <p:cxnSp>
          <p:nvCxnSpPr>
            <p:cNvPr id="81" name="Google Shape;81;p73"/>
            <p:cNvCxnSpPr/>
            <p:nvPr/>
          </p:nvCxnSpPr>
          <p:spPr>
            <a:xfrm>
              <a:off x="9023250" y="120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2" name="Google Shape;82;p73"/>
            <p:cNvCxnSpPr/>
            <p:nvPr/>
          </p:nvCxnSpPr>
          <p:spPr>
            <a:xfrm>
              <a:off x="128875" y="0"/>
              <a:ext cx="0" cy="514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3" name="Google Shape;83;p73"/>
            <p:cNvCxnSpPr/>
            <p:nvPr/>
          </p:nvCxnSpPr>
          <p:spPr>
            <a:xfrm>
              <a:off x="128875" y="1287125"/>
              <a:ext cx="88920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84" name="Google Shape;84;p73"/>
          <p:cNvSpPr txBox="1"/>
          <p:nvPr>
            <p:ph idx="1" type="subTitle"/>
          </p:nvPr>
        </p:nvSpPr>
        <p:spPr>
          <a:xfrm>
            <a:off x="5364800" y="4526452"/>
            <a:ext cx="3652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verview">
  <p:cSld name="BLANK_1_1_1_1_1_1_1_1_1_1_2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74"/>
          <p:cNvSpPr txBox="1"/>
          <p:nvPr>
            <p:ph idx="1" type="subTitle"/>
          </p:nvPr>
        </p:nvSpPr>
        <p:spPr>
          <a:xfrm>
            <a:off x="3940150" y="1291385"/>
            <a:ext cx="2541000" cy="25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87" name="Google Shape;87;p74"/>
          <p:cNvSpPr/>
          <p:nvPr>
            <p:ph idx="2" type="pic"/>
          </p:nvPr>
        </p:nvSpPr>
        <p:spPr>
          <a:xfrm>
            <a:off x="134150" y="1296400"/>
            <a:ext cx="1260000" cy="1272600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74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9" name="Google Shape;89;p74"/>
          <p:cNvSpPr txBox="1"/>
          <p:nvPr>
            <p:ph type="title"/>
          </p:nvPr>
        </p:nvSpPr>
        <p:spPr>
          <a:xfrm>
            <a:off x="1453925" y="228600"/>
            <a:ext cx="6202200" cy="5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" name="Google Shape;90;p74"/>
          <p:cNvSpPr txBox="1"/>
          <p:nvPr>
            <p:ph idx="3" type="subTitle"/>
          </p:nvPr>
        </p:nvSpPr>
        <p:spPr>
          <a:xfrm>
            <a:off x="1399375" y="1291225"/>
            <a:ext cx="2541000" cy="25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91" name="Google Shape;91;p74"/>
          <p:cNvSpPr txBox="1"/>
          <p:nvPr>
            <p:ph idx="4" type="subTitle"/>
          </p:nvPr>
        </p:nvSpPr>
        <p:spPr>
          <a:xfrm>
            <a:off x="6481150" y="2579575"/>
            <a:ext cx="2541000" cy="21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cxnSp>
        <p:nvCxnSpPr>
          <p:cNvPr id="92" name="Google Shape;92;p74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3" name="Google Shape;93;p74"/>
          <p:cNvCxnSpPr/>
          <p:nvPr/>
        </p:nvCxnSpPr>
        <p:spPr>
          <a:xfrm>
            <a:off x="9023250" y="1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75"/>
          <p:cNvSpPr txBox="1"/>
          <p:nvPr>
            <p:ph type="title"/>
          </p:nvPr>
        </p:nvSpPr>
        <p:spPr>
          <a:xfrm>
            <a:off x="1408575" y="2585875"/>
            <a:ext cx="3501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37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None/>
              <a:defRPr sz="9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96" name="Google Shape;96;p75"/>
          <p:cNvSpPr txBox="1"/>
          <p:nvPr>
            <p:ph idx="2" type="title"/>
          </p:nvPr>
        </p:nvSpPr>
        <p:spPr>
          <a:xfrm>
            <a:off x="2669675" y="3867775"/>
            <a:ext cx="3501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37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Font typeface="Poppins"/>
              <a:buNone/>
              <a:defRPr sz="900">
                <a:solidFill>
                  <a:schemeClr val="accent6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97" name="Google Shape;97;p75"/>
          <p:cNvSpPr txBox="1"/>
          <p:nvPr>
            <p:ph idx="3" type="title"/>
          </p:nvPr>
        </p:nvSpPr>
        <p:spPr>
          <a:xfrm>
            <a:off x="5217125" y="3861475"/>
            <a:ext cx="3462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37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Font typeface="Poppins"/>
              <a:buNone/>
              <a:defRPr sz="900">
                <a:solidFill>
                  <a:schemeClr val="accent6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98" name="Google Shape;98;p75"/>
          <p:cNvSpPr txBox="1"/>
          <p:nvPr>
            <p:ph idx="4" type="title"/>
          </p:nvPr>
        </p:nvSpPr>
        <p:spPr>
          <a:xfrm>
            <a:off x="3947363" y="2579575"/>
            <a:ext cx="3501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37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Font typeface="Poppins"/>
              <a:buNone/>
              <a:defRPr sz="900">
                <a:solidFill>
                  <a:schemeClr val="accent6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99" name="Google Shape;99;p75"/>
          <p:cNvSpPr txBox="1"/>
          <p:nvPr>
            <p:ph idx="5" type="title"/>
          </p:nvPr>
        </p:nvSpPr>
        <p:spPr>
          <a:xfrm>
            <a:off x="6489150" y="2579575"/>
            <a:ext cx="3462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37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Font typeface="Poppins"/>
              <a:buNone/>
              <a:defRPr sz="900">
                <a:solidFill>
                  <a:schemeClr val="accent6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00" name="Google Shape;100;p75"/>
          <p:cNvSpPr txBox="1"/>
          <p:nvPr>
            <p:ph idx="1" type="subTitle"/>
          </p:nvPr>
        </p:nvSpPr>
        <p:spPr>
          <a:xfrm>
            <a:off x="1736450" y="2585875"/>
            <a:ext cx="22068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01" name="Google Shape;101;p75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02" name="Google Shape;102;p75"/>
          <p:cNvGrpSpPr/>
          <p:nvPr/>
        </p:nvGrpSpPr>
        <p:grpSpPr>
          <a:xfrm>
            <a:off x="128875" y="0"/>
            <a:ext cx="8894400" cy="5144700"/>
            <a:chOff x="128875" y="0"/>
            <a:chExt cx="8894400" cy="5144700"/>
          </a:xfrm>
        </p:grpSpPr>
        <p:cxnSp>
          <p:nvCxnSpPr>
            <p:cNvPr id="103" name="Google Shape;103;p75"/>
            <p:cNvCxnSpPr/>
            <p:nvPr/>
          </p:nvCxnSpPr>
          <p:spPr>
            <a:xfrm>
              <a:off x="6480997" y="1200"/>
              <a:ext cx="0" cy="38607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4" name="Google Shape;104;p75"/>
            <p:cNvCxnSpPr/>
            <p:nvPr/>
          </p:nvCxnSpPr>
          <p:spPr>
            <a:xfrm>
              <a:off x="7752125" y="1200"/>
              <a:ext cx="0" cy="25785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5" name="Google Shape;105;p75"/>
            <p:cNvCxnSpPr/>
            <p:nvPr/>
          </p:nvCxnSpPr>
          <p:spPr>
            <a:xfrm>
              <a:off x="128875" y="3861475"/>
              <a:ext cx="8885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6" name="Google Shape;106;p75"/>
            <p:cNvCxnSpPr/>
            <p:nvPr/>
          </p:nvCxnSpPr>
          <p:spPr>
            <a:xfrm>
              <a:off x="128875" y="2579575"/>
              <a:ext cx="8894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7" name="Google Shape;107;p75"/>
            <p:cNvCxnSpPr/>
            <p:nvPr/>
          </p:nvCxnSpPr>
          <p:spPr>
            <a:xfrm>
              <a:off x="5212100" y="0"/>
              <a:ext cx="0" cy="25800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8" name="Google Shape;108;p75"/>
            <p:cNvCxnSpPr/>
            <p:nvPr/>
          </p:nvCxnSpPr>
          <p:spPr>
            <a:xfrm>
              <a:off x="3940150" y="1291375"/>
              <a:ext cx="0" cy="25716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9" name="Google Shape;109;p75"/>
            <p:cNvCxnSpPr/>
            <p:nvPr/>
          </p:nvCxnSpPr>
          <p:spPr>
            <a:xfrm>
              <a:off x="2669725" y="1291375"/>
              <a:ext cx="0" cy="12819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0" name="Google Shape;110;p75"/>
            <p:cNvCxnSpPr/>
            <p:nvPr/>
          </p:nvCxnSpPr>
          <p:spPr>
            <a:xfrm>
              <a:off x="1399300" y="1291375"/>
              <a:ext cx="0" cy="38532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1" name="Google Shape;111;p75"/>
            <p:cNvCxnSpPr/>
            <p:nvPr/>
          </p:nvCxnSpPr>
          <p:spPr>
            <a:xfrm>
              <a:off x="128875" y="0"/>
              <a:ext cx="0" cy="51447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2" name="Google Shape;112;p75"/>
            <p:cNvCxnSpPr/>
            <p:nvPr/>
          </p:nvCxnSpPr>
          <p:spPr>
            <a:xfrm>
              <a:off x="9023250" y="120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3" name="Google Shape;113;p75"/>
            <p:cNvCxnSpPr/>
            <p:nvPr/>
          </p:nvCxnSpPr>
          <p:spPr>
            <a:xfrm>
              <a:off x="128875" y="1291375"/>
              <a:ext cx="8885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4" name="Google Shape;114;p75"/>
            <p:cNvCxnSpPr/>
            <p:nvPr/>
          </p:nvCxnSpPr>
          <p:spPr>
            <a:xfrm rot="10800000">
              <a:off x="7752125" y="3861112"/>
              <a:ext cx="0" cy="12819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5" name="Google Shape;115;p75"/>
            <p:cNvCxnSpPr/>
            <p:nvPr/>
          </p:nvCxnSpPr>
          <p:spPr>
            <a:xfrm rot="10800000">
              <a:off x="5212100" y="3861112"/>
              <a:ext cx="0" cy="12819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6" name="Google Shape;116;p75"/>
            <p:cNvCxnSpPr/>
            <p:nvPr/>
          </p:nvCxnSpPr>
          <p:spPr>
            <a:xfrm rot="10800000">
              <a:off x="2672963" y="3861112"/>
              <a:ext cx="0" cy="12819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17" name="Google Shape;117;p75"/>
          <p:cNvSpPr txBox="1"/>
          <p:nvPr>
            <p:ph idx="6" type="subTitle"/>
          </p:nvPr>
        </p:nvSpPr>
        <p:spPr>
          <a:xfrm>
            <a:off x="4275713" y="2579575"/>
            <a:ext cx="22068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18" name="Google Shape;118;p75"/>
          <p:cNvSpPr txBox="1"/>
          <p:nvPr>
            <p:ph idx="7" type="subTitle"/>
          </p:nvPr>
        </p:nvSpPr>
        <p:spPr>
          <a:xfrm>
            <a:off x="6817988" y="2579575"/>
            <a:ext cx="22068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19" name="Google Shape;119;p75"/>
          <p:cNvSpPr txBox="1"/>
          <p:nvPr>
            <p:ph idx="8" type="subTitle"/>
          </p:nvPr>
        </p:nvSpPr>
        <p:spPr>
          <a:xfrm>
            <a:off x="5552488" y="3861475"/>
            <a:ext cx="22068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20" name="Google Shape;120;p75"/>
          <p:cNvSpPr txBox="1"/>
          <p:nvPr>
            <p:ph idx="9" type="subTitle"/>
          </p:nvPr>
        </p:nvSpPr>
        <p:spPr>
          <a:xfrm>
            <a:off x="3009325" y="3861475"/>
            <a:ext cx="22068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21" name="Google Shape;121;p75"/>
          <p:cNvSpPr txBox="1"/>
          <p:nvPr>
            <p:ph idx="13" type="title"/>
          </p:nvPr>
        </p:nvSpPr>
        <p:spPr>
          <a:xfrm>
            <a:off x="133375" y="236850"/>
            <a:ext cx="5078700" cy="5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">
  <p:cSld name="BLANK_1_1_1_1_1_1_1_1_1_1_1_1_1_1_2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3" name="Google Shape;123;p76"/>
          <p:cNvCxnSpPr/>
          <p:nvPr/>
        </p:nvCxnSpPr>
        <p:spPr>
          <a:xfrm>
            <a:off x="9023250" y="1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4" name="Google Shape;124;p76"/>
          <p:cNvSpPr txBox="1"/>
          <p:nvPr>
            <p:ph idx="1" type="subTitle"/>
          </p:nvPr>
        </p:nvSpPr>
        <p:spPr>
          <a:xfrm>
            <a:off x="984950" y="3865575"/>
            <a:ext cx="416700" cy="393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25" name="Google Shape;125;p76"/>
          <p:cNvSpPr txBox="1"/>
          <p:nvPr>
            <p:ph idx="2" type="subTitle"/>
          </p:nvPr>
        </p:nvSpPr>
        <p:spPr>
          <a:xfrm>
            <a:off x="984950" y="2584425"/>
            <a:ext cx="416700" cy="393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76"/>
          <p:cNvSpPr txBox="1"/>
          <p:nvPr>
            <p:ph type="title"/>
          </p:nvPr>
        </p:nvSpPr>
        <p:spPr>
          <a:xfrm>
            <a:off x="139700" y="228600"/>
            <a:ext cx="64803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cxnSp>
        <p:nvCxnSpPr>
          <p:cNvPr id="127" name="Google Shape;127;p76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" name="Google Shape;128;p76"/>
          <p:cNvSpPr txBox="1"/>
          <p:nvPr>
            <p:ph idx="3" type="subTitle"/>
          </p:nvPr>
        </p:nvSpPr>
        <p:spPr>
          <a:xfrm>
            <a:off x="984950" y="1291350"/>
            <a:ext cx="416700" cy="393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76"/>
          <p:cNvSpPr txBox="1"/>
          <p:nvPr>
            <p:ph idx="4" type="body"/>
          </p:nvPr>
        </p:nvSpPr>
        <p:spPr>
          <a:xfrm>
            <a:off x="1399300" y="1548450"/>
            <a:ext cx="3811200" cy="9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30" name="Google Shape;130;p76"/>
          <p:cNvSpPr txBox="1"/>
          <p:nvPr>
            <p:ph idx="5" type="subTitle"/>
          </p:nvPr>
        </p:nvSpPr>
        <p:spPr>
          <a:xfrm>
            <a:off x="1400950" y="1291375"/>
            <a:ext cx="3811200" cy="3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/>
        </p:txBody>
      </p:sp>
      <p:sp>
        <p:nvSpPr>
          <p:cNvPr id="131" name="Google Shape;131;p76"/>
          <p:cNvSpPr txBox="1"/>
          <p:nvPr>
            <p:ph idx="6" type="body"/>
          </p:nvPr>
        </p:nvSpPr>
        <p:spPr>
          <a:xfrm>
            <a:off x="1399300" y="2838025"/>
            <a:ext cx="3811200" cy="10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32" name="Google Shape;132;p76"/>
          <p:cNvSpPr txBox="1"/>
          <p:nvPr>
            <p:ph idx="7" type="subTitle"/>
          </p:nvPr>
        </p:nvSpPr>
        <p:spPr>
          <a:xfrm>
            <a:off x="1399313" y="2576425"/>
            <a:ext cx="3811200" cy="3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/>
        </p:txBody>
      </p:sp>
      <p:sp>
        <p:nvSpPr>
          <p:cNvPr id="133" name="Google Shape;133;p76"/>
          <p:cNvSpPr txBox="1"/>
          <p:nvPr>
            <p:ph idx="8" type="body"/>
          </p:nvPr>
        </p:nvSpPr>
        <p:spPr>
          <a:xfrm>
            <a:off x="1399325" y="4123075"/>
            <a:ext cx="3811200" cy="8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34" name="Google Shape;134;p76"/>
          <p:cNvSpPr txBox="1"/>
          <p:nvPr>
            <p:ph idx="9" type="subTitle"/>
          </p:nvPr>
        </p:nvSpPr>
        <p:spPr>
          <a:xfrm>
            <a:off x="1399338" y="3861475"/>
            <a:ext cx="3811200" cy="3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/>
        </p:txBody>
      </p:sp>
      <p:sp>
        <p:nvSpPr>
          <p:cNvPr id="135" name="Google Shape;135;p76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6" name="Google Shape;136;p76"/>
          <p:cNvSpPr/>
          <p:nvPr>
            <p:ph idx="13" type="pic"/>
          </p:nvPr>
        </p:nvSpPr>
        <p:spPr>
          <a:xfrm>
            <a:off x="5215425" y="1291375"/>
            <a:ext cx="3807900" cy="385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2">
  <p:cSld name="BLANK_1_1_1_1_1_1_1_1_1_1_1_1_1_1_2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7"/>
          <p:cNvSpPr/>
          <p:nvPr>
            <p:ph idx="2" type="pic"/>
          </p:nvPr>
        </p:nvSpPr>
        <p:spPr>
          <a:xfrm>
            <a:off x="7751475" y="1291350"/>
            <a:ext cx="1266300" cy="12852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p77"/>
          <p:cNvSpPr/>
          <p:nvPr>
            <p:ph idx="3" type="pic"/>
          </p:nvPr>
        </p:nvSpPr>
        <p:spPr>
          <a:xfrm>
            <a:off x="7751425" y="3864900"/>
            <a:ext cx="1266300" cy="1284900"/>
          </a:xfrm>
          <a:prstGeom prst="rect">
            <a:avLst/>
          </a:prstGeom>
          <a:noFill/>
          <a:ln>
            <a:noFill/>
          </a:ln>
        </p:spPr>
      </p:sp>
      <p:sp>
        <p:nvSpPr>
          <p:cNvPr id="140" name="Google Shape;140;p77"/>
          <p:cNvSpPr/>
          <p:nvPr>
            <p:ph idx="4" type="pic"/>
          </p:nvPr>
        </p:nvSpPr>
        <p:spPr>
          <a:xfrm>
            <a:off x="5218487" y="2584425"/>
            <a:ext cx="2525100" cy="1271400"/>
          </a:xfrm>
          <a:prstGeom prst="rect">
            <a:avLst/>
          </a:prstGeom>
          <a:noFill/>
          <a:ln>
            <a:noFill/>
          </a:ln>
        </p:spPr>
      </p:sp>
      <p:sp>
        <p:nvSpPr>
          <p:cNvPr id="141" name="Google Shape;141;p77"/>
          <p:cNvSpPr txBox="1"/>
          <p:nvPr>
            <p:ph idx="1" type="subTitle"/>
          </p:nvPr>
        </p:nvSpPr>
        <p:spPr>
          <a:xfrm>
            <a:off x="984950" y="3865575"/>
            <a:ext cx="416700" cy="393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42" name="Google Shape;142;p77"/>
          <p:cNvSpPr txBox="1"/>
          <p:nvPr>
            <p:ph idx="5" type="subTitle"/>
          </p:nvPr>
        </p:nvSpPr>
        <p:spPr>
          <a:xfrm>
            <a:off x="984950" y="1291350"/>
            <a:ext cx="416700" cy="393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77"/>
          <p:cNvSpPr txBox="1"/>
          <p:nvPr>
            <p:ph idx="6" type="subTitle"/>
          </p:nvPr>
        </p:nvSpPr>
        <p:spPr>
          <a:xfrm>
            <a:off x="984950" y="2584425"/>
            <a:ext cx="416700" cy="393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77"/>
          <p:cNvSpPr txBox="1"/>
          <p:nvPr>
            <p:ph type="title"/>
          </p:nvPr>
        </p:nvSpPr>
        <p:spPr>
          <a:xfrm>
            <a:off x="139700" y="228600"/>
            <a:ext cx="64803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cxnSp>
        <p:nvCxnSpPr>
          <p:cNvPr id="145" name="Google Shape;145;p77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6" name="Google Shape;146;p77"/>
          <p:cNvCxnSpPr/>
          <p:nvPr/>
        </p:nvCxnSpPr>
        <p:spPr>
          <a:xfrm>
            <a:off x="9023250" y="1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7" name="Google Shape;147;p77"/>
          <p:cNvSpPr txBox="1"/>
          <p:nvPr>
            <p:ph idx="7" type="body"/>
          </p:nvPr>
        </p:nvSpPr>
        <p:spPr>
          <a:xfrm>
            <a:off x="1399300" y="1548450"/>
            <a:ext cx="3811200" cy="9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48" name="Google Shape;148;p77"/>
          <p:cNvSpPr txBox="1"/>
          <p:nvPr>
            <p:ph idx="8" type="subTitle"/>
          </p:nvPr>
        </p:nvSpPr>
        <p:spPr>
          <a:xfrm>
            <a:off x="1400950" y="1291375"/>
            <a:ext cx="3811200" cy="3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/>
        </p:txBody>
      </p:sp>
      <p:sp>
        <p:nvSpPr>
          <p:cNvPr id="149" name="Google Shape;149;p77"/>
          <p:cNvSpPr txBox="1"/>
          <p:nvPr>
            <p:ph idx="9" type="body"/>
          </p:nvPr>
        </p:nvSpPr>
        <p:spPr>
          <a:xfrm>
            <a:off x="1399300" y="2838025"/>
            <a:ext cx="3811200" cy="10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50" name="Google Shape;150;p77"/>
          <p:cNvSpPr txBox="1"/>
          <p:nvPr>
            <p:ph idx="13" type="subTitle"/>
          </p:nvPr>
        </p:nvSpPr>
        <p:spPr>
          <a:xfrm>
            <a:off x="1399313" y="2576425"/>
            <a:ext cx="3811200" cy="3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/>
        </p:txBody>
      </p:sp>
      <p:sp>
        <p:nvSpPr>
          <p:cNvPr id="151" name="Google Shape;151;p77"/>
          <p:cNvSpPr txBox="1"/>
          <p:nvPr>
            <p:ph idx="14" type="body"/>
          </p:nvPr>
        </p:nvSpPr>
        <p:spPr>
          <a:xfrm>
            <a:off x="1399325" y="4123075"/>
            <a:ext cx="3811200" cy="8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52" name="Google Shape;152;p77"/>
          <p:cNvSpPr txBox="1"/>
          <p:nvPr>
            <p:ph idx="15" type="subTitle"/>
          </p:nvPr>
        </p:nvSpPr>
        <p:spPr>
          <a:xfrm>
            <a:off x="1399338" y="3861475"/>
            <a:ext cx="3811200" cy="3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/>
        </p:txBody>
      </p:sp>
      <p:sp>
        <p:nvSpPr>
          <p:cNvPr id="153" name="Google Shape;153;p77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">
  <p:cSld name="CUSTOM_14_1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7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27700" y="0"/>
            <a:ext cx="1290725" cy="129072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78"/>
          <p:cNvSpPr txBox="1"/>
          <p:nvPr>
            <p:ph idx="1" type="body"/>
          </p:nvPr>
        </p:nvSpPr>
        <p:spPr>
          <a:xfrm>
            <a:off x="1399300" y="1602100"/>
            <a:ext cx="2540700" cy="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57" name="Google Shape;157;p78"/>
          <p:cNvSpPr txBox="1"/>
          <p:nvPr>
            <p:ph idx="2" type="body"/>
          </p:nvPr>
        </p:nvSpPr>
        <p:spPr>
          <a:xfrm>
            <a:off x="1399300" y="2728825"/>
            <a:ext cx="2540700" cy="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58" name="Google Shape;158;p78"/>
          <p:cNvSpPr txBox="1"/>
          <p:nvPr>
            <p:ph idx="3" type="body"/>
          </p:nvPr>
        </p:nvSpPr>
        <p:spPr>
          <a:xfrm>
            <a:off x="1399300" y="4013875"/>
            <a:ext cx="2540700" cy="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59" name="Google Shape;159;p78"/>
          <p:cNvSpPr txBox="1"/>
          <p:nvPr>
            <p:ph idx="4" type="body"/>
          </p:nvPr>
        </p:nvSpPr>
        <p:spPr>
          <a:xfrm>
            <a:off x="3941750" y="1602100"/>
            <a:ext cx="2540700" cy="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60" name="Google Shape;160;p78"/>
          <p:cNvSpPr txBox="1"/>
          <p:nvPr>
            <p:ph idx="5" type="body"/>
          </p:nvPr>
        </p:nvSpPr>
        <p:spPr>
          <a:xfrm>
            <a:off x="3941750" y="2728825"/>
            <a:ext cx="2540700" cy="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61" name="Google Shape;161;p78"/>
          <p:cNvSpPr txBox="1"/>
          <p:nvPr>
            <p:ph idx="6" type="body"/>
          </p:nvPr>
        </p:nvSpPr>
        <p:spPr>
          <a:xfrm>
            <a:off x="3941750" y="4013875"/>
            <a:ext cx="2540700" cy="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62" name="Google Shape;162;p78"/>
          <p:cNvSpPr txBox="1"/>
          <p:nvPr>
            <p:ph idx="7" type="body"/>
          </p:nvPr>
        </p:nvSpPr>
        <p:spPr>
          <a:xfrm>
            <a:off x="6484200" y="1602100"/>
            <a:ext cx="2540700" cy="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63" name="Google Shape;163;p78"/>
          <p:cNvSpPr txBox="1"/>
          <p:nvPr>
            <p:ph idx="8" type="body"/>
          </p:nvPr>
        </p:nvSpPr>
        <p:spPr>
          <a:xfrm>
            <a:off x="6484200" y="2728825"/>
            <a:ext cx="2540700" cy="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64" name="Google Shape;164;p78"/>
          <p:cNvSpPr txBox="1"/>
          <p:nvPr>
            <p:ph idx="9" type="body"/>
          </p:nvPr>
        </p:nvSpPr>
        <p:spPr>
          <a:xfrm>
            <a:off x="6484200" y="4013875"/>
            <a:ext cx="2540700" cy="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65" name="Google Shape;165;p78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" name="Google Shape;166;p78"/>
          <p:cNvSpPr txBox="1"/>
          <p:nvPr>
            <p:ph type="title"/>
          </p:nvPr>
        </p:nvSpPr>
        <p:spPr>
          <a:xfrm>
            <a:off x="139700" y="228600"/>
            <a:ext cx="6341400" cy="6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cxnSp>
        <p:nvCxnSpPr>
          <p:cNvPr id="167" name="Google Shape;167;p78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8" name="Google Shape;168;p78"/>
          <p:cNvCxnSpPr/>
          <p:nvPr/>
        </p:nvCxnSpPr>
        <p:spPr>
          <a:xfrm>
            <a:off x="9023250" y="1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9" name="Google Shape;169;p78"/>
          <p:cNvSpPr txBox="1"/>
          <p:nvPr>
            <p:ph idx="13" type="subTitle"/>
          </p:nvPr>
        </p:nvSpPr>
        <p:spPr>
          <a:xfrm>
            <a:off x="139700" y="1443775"/>
            <a:ext cx="1259700" cy="3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/>
        </p:txBody>
      </p:sp>
      <p:sp>
        <p:nvSpPr>
          <p:cNvPr id="170" name="Google Shape;170;p78"/>
          <p:cNvSpPr txBox="1"/>
          <p:nvPr>
            <p:ph idx="14" type="subTitle"/>
          </p:nvPr>
        </p:nvSpPr>
        <p:spPr>
          <a:xfrm>
            <a:off x="139700" y="2729275"/>
            <a:ext cx="1259700" cy="3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/>
        </p:txBody>
      </p:sp>
      <p:sp>
        <p:nvSpPr>
          <p:cNvPr id="171" name="Google Shape;171;p78"/>
          <p:cNvSpPr txBox="1"/>
          <p:nvPr>
            <p:ph idx="15" type="subTitle"/>
          </p:nvPr>
        </p:nvSpPr>
        <p:spPr>
          <a:xfrm>
            <a:off x="139700" y="4014775"/>
            <a:ext cx="1259700" cy="3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 - Alt 2">
  <p:cSld name="BLANK_1_1_1_1_1_1_1_1_1_1_1_1_1_1_1_1_1_1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9"/>
          <p:cNvSpPr txBox="1"/>
          <p:nvPr>
            <p:ph idx="1" type="body"/>
          </p:nvPr>
        </p:nvSpPr>
        <p:spPr>
          <a:xfrm>
            <a:off x="2683650" y="1608600"/>
            <a:ext cx="2514600" cy="8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74" name="Google Shape;174;p79"/>
          <p:cNvSpPr txBox="1"/>
          <p:nvPr>
            <p:ph idx="2" type="subTitle"/>
          </p:nvPr>
        </p:nvSpPr>
        <p:spPr>
          <a:xfrm>
            <a:off x="2666700" y="1285200"/>
            <a:ext cx="25455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75" name="Google Shape;175;p79"/>
          <p:cNvSpPr txBox="1"/>
          <p:nvPr>
            <p:ph idx="3" type="body"/>
          </p:nvPr>
        </p:nvSpPr>
        <p:spPr>
          <a:xfrm>
            <a:off x="6483525" y="2875975"/>
            <a:ext cx="2514600" cy="9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76" name="Google Shape;176;p79"/>
          <p:cNvSpPr txBox="1"/>
          <p:nvPr>
            <p:ph type="title"/>
          </p:nvPr>
        </p:nvSpPr>
        <p:spPr>
          <a:xfrm>
            <a:off x="128875" y="234450"/>
            <a:ext cx="63546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77" name="Google Shape;177;p79"/>
          <p:cNvSpPr txBox="1"/>
          <p:nvPr>
            <p:ph idx="4" type="body"/>
          </p:nvPr>
        </p:nvSpPr>
        <p:spPr>
          <a:xfrm>
            <a:off x="2671425" y="4165300"/>
            <a:ext cx="2545500" cy="8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78" name="Google Shape;178;p79"/>
          <p:cNvSpPr txBox="1"/>
          <p:nvPr>
            <p:ph idx="5" type="subTitle"/>
          </p:nvPr>
        </p:nvSpPr>
        <p:spPr>
          <a:xfrm>
            <a:off x="2665813" y="3858100"/>
            <a:ext cx="2545500" cy="2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79" name="Google Shape;179;p79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80" name="Google Shape;180;p79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1" name="Google Shape;181;p79"/>
          <p:cNvCxnSpPr/>
          <p:nvPr/>
        </p:nvCxnSpPr>
        <p:spPr>
          <a:xfrm>
            <a:off x="9023250" y="1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2" name="Google Shape;182;p79"/>
          <p:cNvSpPr txBox="1"/>
          <p:nvPr>
            <p:ph idx="6" type="subTitle"/>
          </p:nvPr>
        </p:nvSpPr>
        <p:spPr>
          <a:xfrm>
            <a:off x="6479375" y="2579575"/>
            <a:ext cx="2545500" cy="2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 - Alt 1">
  <p:cSld name="BLANK_1_1_1_1_1_1_1_1_1_1_1_1_1_1_1_1_1_1_2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0"/>
          <p:cNvSpPr txBox="1"/>
          <p:nvPr>
            <p:ph idx="1" type="body"/>
          </p:nvPr>
        </p:nvSpPr>
        <p:spPr>
          <a:xfrm>
            <a:off x="2683650" y="1608600"/>
            <a:ext cx="2514600" cy="8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85" name="Google Shape;185;p80"/>
          <p:cNvSpPr txBox="1"/>
          <p:nvPr>
            <p:ph idx="2" type="subTitle"/>
          </p:nvPr>
        </p:nvSpPr>
        <p:spPr>
          <a:xfrm>
            <a:off x="2666700" y="1285200"/>
            <a:ext cx="25455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86" name="Google Shape;186;p80"/>
          <p:cNvSpPr txBox="1"/>
          <p:nvPr>
            <p:ph idx="3" type="subTitle"/>
          </p:nvPr>
        </p:nvSpPr>
        <p:spPr>
          <a:xfrm>
            <a:off x="2665813" y="3858100"/>
            <a:ext cx="2545500" cy="2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87" name="Google Shape;187;p80"/>
          <p:cNvSpPr txBox="1"/>
          <p:nvPr>
            <p:ph idx="4" type="body"/>
          </p:nvPr>
        </p:nvSpPr>
        <p:spPr>
          <a:xfrm>
            <a:off x="6483525" y="2875975"/>
            <a:ext cx="2514600" cy="9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88" name="Google Shape;188;p80"/>
          <p:cNvSpPr/>
          <p:nvPr>
            <p:ph idx="5" type="pic"/>
          </p:nvPr>
        </p:nvSpPr>
        <p:spPr>
          <a:xfrm>
            <a:off x="128875" y="3858100"/>
            <a:ext cx="1270500" cy="1285500"/>
          </a:xfrm>
          <a:prstGeom prst="rect">
            <a:avLst/>
          </a:prstGeom>
          <a:noFill/>
          <a:ln>
            <a:noFill/>
          </a:ln>
        </p:spPr>
      </p:sp>
      <p:sp>
        <p:nvSpPr>
          <p:cNvPr id="189" name="Google Shape;189;p80"/>
          <p:cNvSpPr/>
          <p:nvPr>
            <p:ph idx="6" type="pic"/>
          </p:nvPr>
        </p:nvSpPr>
        <p:spPr>
          <a:xfrm>
            <a:off x="128875" y="1291350"/>
            <a:ext cx="1270500" cy="1285500"/>
          </a:xfrm>
          <a:prstGeom prst="rect">
            <a:avLst/>
          </a:prstGeom>
          <a:noFill/>
          <a:ln>
            <a:noFill/>
          </a:ln>
        </p:spPr>
      </p:sp>
      <p:sp>
        <p:nvSpPr>
          <p:cNvPr id="190" name="Google Shape;190;p80"/>
          <p:cNvSpPr/>
          <p:nvPr>
            <p:ph idx="7" type="pic"/>
          </p:nvPr>
        </p:nvSpPr>
        <p:spPr>
          <a:xfrm>
            <a:off x="3936325" y="2583600"/>
            <a:ext cx="1270500" cy="1274400"/>
          </a:xfrm>
          <a:prstGeom prst="rect">
            <a:avLst/>
          </a:prstGeom>
          <a:noFill/>
          <a:ln>
            <a:noFill/>
          </a:ln>
        </p:spPr>
      </p:sp>
      <p:sp>
        <p:nvSpPr>
          <p:cNvPr id="191" name="Google Shape;191;p80"/>
          <p:cNvSpPr txBox="1"/>
          <p:nvPr>
            <p:ph type="title"/>
          </p:nvPr>
        </p:nvSpPr>
        <p:spPr>
          <a:xfrm>
            <a:off x="128875" y="234450"/>
            <a:ext cx="38100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92" name="Google Shape;192;p80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93" name="Google Shape;193;p80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4" name="Google Shape;194;p80"/>
          <p:cNvCxnSpPr/>
          <p:nvPr/>
        </p:nvCxnSpPr>
        <p:spPr>
          <a:xfrm>
            <a:off x="9023250" y="1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5" name="Google Shape;195;p80"/>
          <p:cNvSpPr txBox="1"/>
          <p:nvPr>
            <p:ph idx="8" type="subTitle"/>
          </p:nvPr>
        </p:nvSpPr>
        <p:spPr>
          <a:xfrm>
            <a:off x="3940150" y="234450"/>
            <a:ext cx="48603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Instrument Sans"/>
              <a:buNone/>
              <a:defRPr sz="1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Instrument Sans"/>
              <a:buNone/>
              <a:defRPr sz="1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Instrument Sans"/>
              <a:buNone/>
              <a:defRPr sz="1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Instrument Sans"/>
              <a:buNone/>
              <a:defRPr sz="1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Instrument Sans"/>
              <a:buNone/>
              <a:defRPr sz="1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Instrument Sans"/>
              <a:buNone/>
              <a:defRPr sz="1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Instrument Sans"/>
              <a:buNone/>
              <a:defRPr sz="1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Instrument Sans"/>
              <a:buNone/>
              <a:defRPr sz="1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Instrument Sans"/>
              <a:buNone/>
              <a:defRPr sz="1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96" name="Google Shape;196;p80"/>
          <p:cNvSpPr txBox="1"/>
          <p:nvPr>
            <p:ph idx="9" type="body"/>
          </p:nvPr>
        </p:nvSpPr>
        <p:spPr>
          <a:xfrm>
            <a:off x="2671425" y="4165300"/>
            <a:ext cx="2545500" cy="8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97" name="Google Shape;197;p80"/>
          <p:cNvSpPr txBox="1"/>
          <p:nvPr>
            <p:ph idx="13" type="subTitle"/>
          </p:nvPr>
        </p:nvSpPr>
        <p:spPr>
          <a:xfrm>
            <a:off x="6479375" y="2579575"/>
            <a:ext cx="2545500" cy="2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">
  <p:cSld name="CUSTOM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8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7747525" y="-6725"/>
            <a:ext cx="1265400" cy="129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81"/>
          <p:cNvSpPr txBox="1"/>
          <p:nvPr>
            <p:ph idx="1" type="body"/>
          </p:nvPr>
        </p:nvSpPr>
        <p:spPr>
          <a:xfrm>
            <a:off x="134175" y="2591900"/>
            <a:ext cx="1259400" cy="10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b="1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201" name="Google Shape;201;p81"/>
          <p:cNvSpPr txBox="1"/>
          <p:nvPr>
            <p:ph idx="2" type="body"/>
          </p:nvPr>
        </p:nvSpPr>
        <p:spPr>
          <a:xfrm>
            <a:off x="1401350" y="3858800"/>
            <a:ext cx="1266300" cy="10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b="1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202" name="Google Shape;202;p81"/>
          <p:cNvSpPr txBox="1"/>
          <p:nvPr>
            <p:ph idx="3" type="body"/>
          </p:nvPr>
        </p:nvSpPr>
        <p:spPr>
          <a:xfrm>
            <a:off x="2664024" y="2585275"/>
            <a:ext cx="1256400" cy="10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b="1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203" name="Google Shape;203;p81"/>
          <p:cNvSpPr txBox="1"/>
          <p:nvPr>
            <p:ph idx="4" type="body"/>
          </p:nvPr>
        </p:nvSpPr>
        <p:spPr>
          <a:xfrm>
            <a:off x="3942325" y="3858800"/>
            <a:ext cx="1266300" cy="10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b="1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204" name="Google Shape;204;p81"/>
          <p:cNvSpPr txBox="1"/>
          <p:nvPr>
            <p:ph idx="5" type="body"/>
          </p:nvPr>
        </p:nvSpPr>
        <p:spPr>
          <a:xfrm>
            <a:off x="5215125" y="2585275"/>
            <a:ext cx="1264200" cy="10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b="1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205" name="Google Shape;205;p81"/>
          <p:cNvSpPr txBox="1"/>
          <p:nvPr>
            <p:ph idx="6" type="body"/>
          </p:nvPr>
        </p:nvSpPr>
        <p:spPr>
          <a:xfrm>
            <a:off x="6484050" y="3858800"/>
            <a:ext cx="1266300" cy="10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b="1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206" name="Google Shape;206;p81"/>
          <p:cNvSpPr/>
          <p:nvPr>
            <p:ph idx="7" type="pic"/>
          </p:nvPr>
        </p:nvSpPr>
        <p:spPr>
          <a:xfrm>
            <a:off x="1405975" y="2584850"/>
            <a:ext cx="1259400" cy="1270500"/>
          </a:xfrm>
          <a:prstGeom prst="rect">
            <a:avLst/>
          </a:prstGeom>
          <a:noFill/>
          <a:ln>
            <a:noFill/>
          </a:ln>
        </p:spPr>
      </p:sp>
      <p:sp>
        <p:nvSpPr>
          <p:cNvPr id="207" name="Google Shape;207;p81"/>
          <p:cNvSpPr/>
          <p:nvPr>
            <p:ph idx="8" type="pic"/>
          </p:nvPr>
        </p:nvSpPr>
        <p:spPr>
          <a:xfrm>
            <a:off x="2672775" y="1298150"/>
            <a:ext cx="1264200" cy="1275600"/>
          </a:xfrm>
          <a:prstGeom prst="rect">
            <a:avLst/>
          </a:prstGeom>
          <a:noFill/>
          <a:ln>
            <a:noFill/>
          </a:ln>
        </p:spPr>
      </p:sp>
      <p:sp>
        <p:nvSpPr>
          <p:cNvPr id="208" name="Google Shape;208;p81"/>
          <p:cNvSpPr/>
          <p:nvPr>
            <p:ph idx="9" type="pic"/>
          </p:nvPr>
        </p:nvSpPr>
        <p:spPr>
          <a:xfrm>
            <a:off x="134175" y="1297300"/>
            <a:ext cx="1256700" cy="1275300"/>
          </a:xfrm>
          <a:prstGeom prst="rect">
            <a:avLst/>
          </a:prstGeom>
          <a:noFill/>
          <a:ln>
            <a:noFill/>
          </a:ln>
        </p:spPr>
      </p:sp>
      <p:sp>
        <p:nvSpPr>
          <p:cNvPr id="209" name="Google Shape;209;p81"/>
          <p:cNvSpPr/>
          <p:nvPr>
            <p:ph idx="13" type="pic"/>
          </p:nvPr>
        </p:nvSpPr>
        <p:spPr>
          <a:xfrm>
            <a:off x="3944650" y="2583775"/>
            <a:ext cx="1261200" cy="1270800"/>
          </a:xfrm>
          <a:prstGeom prst="rect">
            <a:avLst/>
          </a:prstGeom>
          <a:noFill/>
          <a:ln>
            <a:noFill/>
          </a:ln>
        </p:spPr>
      </p:sp>
      <p:sp>
        <p:nvSpPr>
          <p:cNvPr id="210" name="Google Shape;210;p81"/>
          <p:cNvSpPr/>
          <p:nvPr>
            <p:ph idx="14" type="pic"/>
          </p:nvPr>
        </p:nvSpPr>
        <p:spPr>
          <a:xfrm>
            <a:off x="5218725" y="1297675"/>
            <a:ext cx="1256400" cy="1276200"/>
          </a:xfrm>
          <a:prstGeom prst="rect">
            <a:avLst/>
          </a:prstGeom>
          <a:noFill/>
          <a:ln>
            <a:noFill/>
          </a:ln>
        </p:spPr>
      </p:sp>
      <p:sp>
        <p:nvSpPr>
          <p:cNvPr id="211" name="Google Shape;211;p81"/>
          <p:cNvSpPr/>
          <p:nvPr>
            <p:ph idx="15" type="pic"/>
          </p:nvPr>
        </p:nvSpPr>
        <p:spPr>
          <a:xfrm>
            <a:off x="6488125" y="2584850"/>
            <a:ext cx="1259400" cy="1274100"/>
          </a:xfrm>
          <a:prstGeom prst="rect">
            <a:avLst/>
          </a:prstGeom>
          <a:noFill/>
          <a:ln>
            <a:noFill/>
          </a:ln>
        </p:spPr>
      </p:sp>
      <p:sp>
        <p:nvSpPr>
          <p:cNvPr id="212" name="Google Shape;212;p81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3" name="Google Shape;213;p81"/>
          <p:cNvSpPr txBox="1"/>
          <p:nvPr>
            <p:ph idx="16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4" name="Google Shape;214;p81"/>
          <p:cNvSpPr txBox="1"/>
          <p:nvPr>
            <p:ph type="title"/>
          </p:nvPr>
        </p:nvSpPr>
        <p:spPr>
          <a:xfrm>
            <a:off x="133575" y="228600"/>
            <a:ext cx="6338400" cy="10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215" name="Google Shape;215;p81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6" name="Google Shape;216;p81"/>
          <p:cNvCxnSpPr/>
          <p:nvPr/>
        </p:nvCxnSpPr>
        <p:spPr>
          <a:xfrm>
            <a:off x="9023250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- Alt 1">
  <p:cSld name="CUSTOM_1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82"/>
          <p:cNvSpPr txBox="1"/>
          <p:nvPr>
            <p:ph idx="1" type="body"/>
          </p:nvPr>
        </p:nvSpPr>
        <p:spPr>
          <a:xfrm>
            <a:off x="2673138" y="3158400"/>
            <a:ext cx="1265100" cy="17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19" name="Google Shape;219;p82"/>
          <p:cNvSpPr txBox="1"/>
          <p:nvPr>
            <p:ph idx="2" type="body"/>
          </p:nvPr>
        </p:nvSpPr>
        <p:spPr>
          <a:xfrm>
            <a:off x="7749888" y="3160525"/>
            <a:ext cx="1265100" cy="17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20" name="Google Shape;220;p82"/>
          <p:cNvSpPr txBox="1"/>
          <p:nvPr>
            <p:ph idx="3" type="subTitle"/>
          </p:nvPr>
        </p:nvSpPr>
        <p:spPr>
          <a:xfrm>
            <a:off x="7754025" y="2583925"/>
            <a:ext cx="12651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1" name="Google Shape;221;p82"/>
          <p:cNvSpPr txBox="1"/>
          <p:nvPr>
            <p:ph idx="4" type="body"/>
          </p:nvPr>
        </p:nvSpPr>
        <p:spPr>
          <a:xfrm>
            <a:off x="5213563" y="3164875"/>
            <a:ext cx="1265100" cy="17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22" name="Google Shape;222;p82"/>
          <p:cNvSpPr txBox="1"/>
          <p:nvPr>
            <p:ph idx="5" type="body"/>
          </p:nvPr>
        </p:nvSpPr>
        <p:spPr>
          <a:xfrm>
            <a:off x="137275" y="3175800"/>
            <a:ext cx="1265100" cy="17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23" name="Google Shape;223;p82"/>
          <p:cNvSpPr txBox="1"/>
          <p:nvPr>
            <p:ph idx="6" type="subTitle"/>
          </p:nvPr>
        </p:nvSpPr>
        <p:spPr>
          <a:xfrm>
            <a:off x="137275" y="2599200"/>
            <a:ext cx="12651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4" name="Google Shape;224;p82"/>
          <p:cNvSpPr txBox="1"/>
          <p:nvPr>
            <p:ph idx="7" type="subTitle"/>
          </p:nvPr>
        </p:nvSpPr>
        <p:spPr>
          <a:xfrm>
            <a:off x="5213563" y="2588275"/>
            <a:ext cx="12651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5" name="Google Shape;225;p82"/>
          <p:cNvSpPr txBox="1"/>
          <p:nvPr>
            <p:ph idx="8" type="subTitle"/>
          </p:nvPr>
        </p:nvSpPr>
        <p:spPr>
          <a:xfrm>
            <a:off x="2673138" y="2581800"/>
            <a:ext cx="12651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6" name="Google Shape;226;p82"/>
          <p:cNvSpPr/>
          <p:nvPr>
            <p:ph idx="9" type="pic"/>
          </p:nvPr>
        </p:nvSpPr>
        <p:spPr>
          <a:xfrm>
            <a:off x="5216500" y="1297675"/>
            <a:ext cx="1259100" cy="1276500"/>
          </a:xfrm>
          <a:prstGeom prst="rect">
            <a:avLst/>
          </a:prstGeom>
          <a:noFill/>
          <a:ln>
            <a:noFill/>
          </a:ln>
        </p:spPr>
      </p:sp>
      <p:sp>
        <p:nvSpPr>
          <p:cNvPr id="227" name="Google Shape;227;p82"/>
          <p:cNvSpPr/>
          <p:nvPr>
            <p:ph idx="13" type="pic"/>
          </p:nvPr>
        </p:nvSpPr>
        <p:spPr>
          <a:xfrm>
            <a:off x="7756350" y="1296175"/>
            <a:ext cx="1259100" cy="1280100"/>
          </a:xfrm>
          <a:prstGeom prst="rect">
            <a:avLst/>
          </a:prstGeom>
          <a:noFill/>
          <a:ln>
            <a:noFill/>
          </a:ln>
        </p:spPr>
      </p:sp>
      <p:sp>
        <p:nvSpPr>
          <p:cNvPr id="228" name="Google Shape;228;p82"/>
          <p:cNvSpPr/>
          <p:nvPr>
            <p:ph idx="14" type="pic"/>
          </p:nvPr>
        </p:nvSpPr>
        <p:spPr>
          <a:xfrm>
            <a:off x="133525" y="1294525"/>
            <a:ext cx="1261800" cy="1280400"/>
          </a:xfrm>
          <a:prstGeom prst="rect">
            <a:avLst/>
          </a:prstGeom>
          <a:noFill/>
          <a:ln>
            <a:noFill/>
          </a:ln>
        </p:spPr>
      </p:sp>
      <p:sp>
        <p:nvSpPr>
          <p:cNvPr id="229" name="Google Shape;229;p82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0" name="Google Shape;230;p82"/>
          <p:cNvSpPr/>
          <p:nvPr>
            <p:ph idx="15" type="pic"/>
          </p:nvPr>
        </p:nvSpPr>
        <p:spPr>
          <a:xfrm>
            <a:off x="2673500" y="1295450"/>
            <a:ext cx="1263300" cy="1277100"/>
          </a:xfrm>
          <a:prstGeom prst="rect">
            <a:avLst/>
          </a:prstGeom>
          <a:noFill/>
          <a:ln>
            <a:noFill/>
          </a:ln>
        </p:spPr>
      </p:sp>
      <p:sp>
        <p:nvSpPr>
          <p:cNvPr id="231" name="Google Shape;231;p82"/>
          <p:cNvSpPr txBox="1"/>
          <p:nvPr>
            <p:ph type="title"/>
          </p:nvPr>
        </p:nvSpPr>
        <p:spPr>
          <a:xfrm>
            <a:off x="131875" y="228600"/>
            <a:ext cx="5076000" cy="10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32" name="Google Shape;232;p82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3" name="Google Shape;233;p82"/>
          <p:cNvCxnSpPr/>
          <p:nvPr/>
        </p:nvCxnSpPr>
        <p:spPr>
          <a:xfrm>
            <a:off x="9018413" y="-60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2">
  <p:cSld name="CUSTOM_2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83"/>
          <p:cNvSpPr txBox="1"/>
          <p:nvPr>
            <p:ph type="title"/>
          </p:nvPr>
        </p:nvSpPr>
        <p:spPr>
          <a:xfrm>
            <a:off x="365098" y="2042875"/>
            <a:ext cx="950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sp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6" name="Google Shape;236;p83"/>
          <p:cNvSpPr txBox="1"/>
          <p:nvPr>
            <p:ph idx="2" type="title"/>
          </p:nvPr>
        </p:nvSpPr>
        <p:spPr>
          <a:xfrm>
            <a:off x="365098" y="2671525"/>
            <a:ext cx="950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sp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7" name="Google Shape;237;p83"/>
          <p:cNvSpPr txBox="1"/>
          <p:nvPr>
            <p:ph idx="3" type="title"/>
          </p:nvPr>
        </p:nvSpPr>
        <p:spPr>
          <a:xfrm>
            <a:off x="365098" y="3313600"/>
            <a:ext cx="950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sp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8" name="Google Shape;238;p83"/>
          <p:cNvSpPr txBox="1"/>
          <p:nvPr>
            <p:ph idx="4" type="title"/>
          </p:nvPr>
        </p:nvSpPr>
        <p:spPr>
          <a:xfrm>
            <a:off x="365098" y="4557475"/>
            <a:ext cx="950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sp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9" name="Google Shape;239;p83"/>
          <p:cNvSpPr txBox="1"/>
          <p:nvPr>
            <p:ph idx="5" type="title"/>
          </p:nvPr>
        </p:nvSpPr>
        <p:spPr>
          <a:xfrm>
            <a:off x="1483100" y="2692075"/>
            <a:ext cx="42729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40" name="Google Shape;240;p83"/>
          <p:cNvSpPr txBox="1"/>
          <p:nvPr>
            <p:ph idx="6" type="title"/>
          </p:nvPr>
        </p:nvSpPr>
        <p:spPr>
          <a:xfrm>
            <a:off x="365098" y="3928825"/>
            <a:ext cx="950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sp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41" name="Google Shape;241;p83"/>
          <p:cNvSpPr txBox="1"/>
          <p:nvPr>
            <p:ph idx="7" type="title"/>
          </p:nvPr>
        </p:nvSpPr>
        <p:spPr>
          <a:xfrm>
            <a:off x="365098" y="1408538"/>
            <a:ext cx="950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sp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42" name="Google Shape;242;p83"/>
          <p:cNvSpPr txBox="1"/>
          <p:nvPr>
            <p:ph idx="8" type="title"/>
          </p:nvPr>
        </p:nvSpPr>
        <p:spPr>
          <a:xfrm>
            <a:off x="133375" y="236850"/>
            <a:ext cx="5078700" cy="5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3" name="Google Shape;243;p83"/>
          <p:cNvSpPr txBox="1"/>
          <p:nvPr>
            <p:ph idx="9" type="title"/>
          </p:nvPr>
        </p:nvSpPr>
        <p:spPr>
          <a:xfrm>
            <a:off x="1483100" y="1429088"/>
            <a:ext cx="42729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44" name="Google Shape;244;p83"/>
          <p:cNvSpPr txBox="1"/>
          <p:nvPr>
            <p:ph idx="13" type="title"/>
          </p:nvPr>
        </p:nvSpPr>
        <p:spPr>
          <a:xfrm>
            <a:off x="1483100" y="2063425"/>
            <a:ext cx="42729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45" name="Google Shape;245;p83"/>
          <p:cNvSpPr txBox="1"/>
          <p:nvPr>
            <p:ph idx="14" type="title"/>
          </p:nvPr>
        </p:nvSpPr>
        <p:spPr>
          <a:xfrm>
            <a:off x="1483100" y="3320725"/>
            <a:ext cx="42729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46" name="Google Shape;246;p83"/>
          <p:cNvSpPr txBox="1"/>
          <p:nvPr>
            <p:ph idx="15" type="title"/>
          </p:nvPr>
        </p:nvSpPr>
        <p:spPr>
          <a:xfrm>
            <a:off x="1483100" y="3949375"/>
            <a:ext cx="42729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47" name="Google Shape;247;p83"/>
          <p:cNvSpPr txBox="1"/>
          <p:nvPr>
            <p:ph idx="16" type="title"/>
          </p:nvPr>
        </p:nvSpPr>
        <p:spPr>
          <a:xfrm>
            <a:off x="1483100" y="4578025"/>
            <a:ext cx="42729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48" name="Google Shape;248;p83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49" name="Google Shape;249;p83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0" name="Google Shape;250;p83"/>
          <p:cNvCxnSpPr/>
          <p:nvPr/>
        </p:nvCxnSpPr>
        <p:spPr>
          <a:xfrm>
            <a:off x="9023250" y="-60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3"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p8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7755300" y="-2199"/>
            <a:ext cx="1265400" cy="1288299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84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4" name="Google Shape;254;p84"/>
          <p:cNvSpPr txBox="1"/>
          <p:nvPr>
            <p:ph type="title"/>
          </p:nvPr>
        </p:nvSpPr>
        <p:spPr>
          <a:xfrm>
            <a:off x="419575" y="449550"/>
            <a:ext cx="689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strument Sans"/>
              <a:buNone/>
              <a:defRPr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5" name="Google Shape;255;p84"/>
          <p:cNvSpPr txBox="1"/>
          <p:nvPr>
            <p:ph idx="2" type="title"/>
          </p:nvPr>
        </p:nvSpPr>
        <p:spPr>
          <a:xfrm>
            <a:off x="1399375" y="2588200"/>
            <a:ext cx="5082000" cy="2324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84"/>
          <p:cNvSpPr txBox="1"/>
          <p:nvPr>
            <p:ph idx="1" type="subTitle"/>
          </p:nvPr>
        </p:nvSpPr>
        <p:spPr>
          <a:xfrm>
            <a:off x="6561925" y="3856500"/>
            <a:ext cx="18351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57" name="Google Shape;257;p84"/>
          <p:cNvSpPr txBox="1"/>
          <p:nvPr>
            <p:ph idx="3" type="title"/>
          </p:nvPr>
        </p:nvSpPr>
        <p:spPr>
          <a:xfrm>
            <a:off x="1453924" y="228600"/>
            <a:ext cx="6236100" cy="5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258" name="Google Shape;258;p84"/>
          <p:cNvCxnSpPr/>
          <p:nvPr/>
        </p:nvCxnSpPr>
        <p:spPr>
          <a:xfrm>
            <a:off x="9023250" y="1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9" name="Google Shape;259;p84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0" name="Google Shape;260;p84"/>
          <p:cNvSpPr/>
          <p:nvPr>
            <p:ph idx="4" type="pic"/>
          </p:nvPr>
        </p:nvSpPr>
        <p:spPr>
          <a:xfrm>
            <a:off x="7756200" y="2584025"/>
            <a:ext cx="1263600" cy="1272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CUSTOM_9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85"/>
          <p:cNvSpPr txBox="1"/>
          <p:nvPr/>
        </p:nvSpPr>
        <p:spPr>
          <a:xfrm>
            <a:off x="7752138" y="1291375"/>
            <a:ext cx="1270500" cy="129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3" name="Google Shape;263;p85"/>
          <p:cNvSpPr/>
          <p:nvPr>
            <p:ph idx="2" type="pic"/>
          </p:nvPr>
        </p:nvSpPr>
        <p:spPr>
          <a:xfrm>
            <a:off x="7977750" y="1495975"/>
            <a:ext cx="819300" cy="881100"/>
          </a:xfrm>
          <a:prstGeom prst="rect">
            <a:avLst/>
          </a:prstGeom>
          <a:noFill/>
          <a:ln>
            <a:noFill/>
          </a:ln>
        </p:spPr>
      </p:sp>
      <p:sp>
        <p:nvSpPr>
          <p:cNvPr id="264" name="Google Shape;264;p85"/>
          <p:cNvSpPr/>
          <p:nvPr>
            <p:ph idx="3" type="pic"/>
          </p:nvPr>
        </p:nvSpPr>
        <p:spPr>
          <a:xfrm>
            <a:off x="5219025" y="1297000"/>
            <a:ext cx="2528100" cy="3847500"/>
          </a:xfrm>
          <a:prstGeom prst="rect">
            <a:avLst/>
          </a:prstGeom>
          <a:noFill/>
          <a:ln>
            <a:noFill/>
          </a:ln>
        </p:spPr>
      </p:sp>
      <p:sp>
        <p:nvSpPr>
          <p:cNvPr id="265" name="Google Shape;265;p85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6" name="Google Shape;266;p85"/>
          <p:cNvSpPr txBox="1"/>
          <p:nvPr>
            <p:ph type="title"/>
          </p:nvPr>
        </p:nvSpPr>
        <p:spPr>
          <a:xfrm>
            <a:off x="1453924" y="228600"/>
            <a:ext cx="6149400" cy="5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7" name="Google Shape;267;p85"/>
          <p:cNvSpPr txBox="1"/>
          <p:nvPr>
            <p:ph idx="4" type="title"/>
          </p:nvPr>
        </p:nvSpPr>
        <p:spPr>
          <a:xfrm>
            <a:off x="419575" y="449550"/>
            <a:ext cx="689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cxnSp>
        <p:nvCxnSpPr>
          <p:cNvPr id="268" name="Google Shape;268;p85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9" name="Google Shape;269;p85"/>
          <p:cNvCxnSpPr/>
          <p:nvPr/>
        </p:nvCxnSpPr>
        <p:spPr>
          <a:xfrm>
            <a:off x="9023250" y="1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0" name="Google Shape;270;p85"/>
          <p:cNvSpPr txBox="1"/>
          <p:nvPr>
            <p:ph idx="1" type="subTitle"/>
          </p:nvPr>
        </p:nvSpPr>
        <p:spPr>
          <a:xfrm>
            <a:off x="1399375" y="3303325"/>
            <a:ext cx="38130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71" name="Google Shape;271;p85"/>
          <p:cNvSpPr txBox="1"/>
          <p:nvPr>
            <p:ph idx="5" type="subTitle"/>
          </p:nvPr>
        </p:nvSpPr>
        <p:spPr>
          <a:xfrm>
            <a:off x="1399375" y="2581675"/>
            <a:ext cx="38130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18287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item comparison and image">
  <p:cSld name="CUSTOM_4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86"/>
          <p:cNvSpPr txBox="1"/>
          <p:nvPr>
            <p:ph idx="1" type="subTitle"/>
          </p:nvPr>
        </p:nvSpPr>
        <p:spPr>
          <a:xfrm>
            <a:off x="6486300" y="2590550"/>
            <a:ext cx="25407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4" name="Google Shape;274;p86"/>
          <p:cNvSpPr txBox="1"/>
          <p:nvPr>
            <p:ph type="title"/>
          </p:nvPr>
        </p:nvSpPr>
        <p:spPr>
          <a:xfrm>
            <a:off x="6486300" y="3039200"/>
            <a:ext cx="2540700" cy="11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75" name="Google Shape;275;p86"/>
          <p:cNvSpPr txBox="1"/>
          <p:nvPr>
            <p:ph idx="2" type="subTitle"/>
          </p:nvPr>
        </p:nvSpPr>
        <p:spPr>
          <a:xfrm>
            <a:off x="3939525" y="2583850"/>
            <a:ext cx="25407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6" name="Google Shape;276;p86"/>
          <p:cNvSpPr txBox="1"/>
          <p:nvPr>
            <p:ph idx="3" type="title"/>
          </p:nvPr>
        </p:nvSpPr>
        <p:spPr>
          <a:xfrm>
            <a:off x="3942875" y="3039200"/>
            <a:ext cx="2540700" cy="11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77" name="Google Shape;277;p86"/>
          <p:cNvSpPr txBox="1"/>
          <p:nvPr>
            <p:ph idx="4" type="subTitle"/>
          </p:nvPr>
        </p:nvSpPr>
        <p:spPr>
          <a:xfrm>
            <a:off x="136200" y="1289875"/>
            <a:ext cx="3810600" cy="5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78" name="Google Shape;278;p86"/>
          <p:cNvSpPr txBox="1"/>
          <p:nvPr>
            <p:ph idx="5" type="title"/>
          </p:nvPr>
        </p:nvSpPr>
        <p:spPr>
          <a:xfrm>
            <a:off x="136200" y="1822150"/>
            <a:ext cx="3810600" cy="11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 sz="14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79" name="Google Shape;279;p86"/>
          <p:cNvSpPr/>
          <p:nvPr>
            <p:ph idx="6" type="pic"/>
          </p:nvPr>
        </p:nvSpPr>
        <p:spPr>
          <a:xfrm>
            <a:off x="133925" y="0"/>
            <a:ext cx="1260300" cy="1286400"/>
          </a:xfrm>
          <a:prstGeom prst="rect">
            <a:avLst/>
          </a:prstGeom>
          <a:noFill/>
          <a:ln>
            <a:noFill/>
          </a:ln>
        </p:spPr>
      </p:sp>
      <p:sp>
        <p:nvSpPr>
          <p:cNvPr id="280" name="Google Shape;280;p86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1" name="Google Shape;281;p86"/>
          <p:cNvSpPr txBox="1"/>
          <p:nvPr>
            <p:ph idx="7" type="subTitle"/>
          </p:nvPr>
        </p:nvSpPr>
        <p:spPr>
          <a:xfrm>
            <a:off x="3940875" y="228600"/>
            <a:ext cx="25407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2" name="Google Shape;282;p86"/>
          <p:cNvSpPr txBox="1"/>
          <p:nvPr>
            <p:ph idx="8" type="title"/>
          </p:nvPr>
        </p:nvSpPr>
        <p:spPr>
          <a:xfrm>
            <a:off x="3940875" y="677250"/>
            <a:ext cx="2540700" cy="11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83" name="Google Shape;283;p86"/>
          <p:cNvSpPr txBox="1"/>
          <p:nvPr>
            <p:ph idx="9" type="subTitle"/>
          </p:nvPr>
        </p:nvSpPr>
        <p:spPr>
          <a:xfrm>
            <a:off x="6481000" y="228600"/>
            <a:ext cx="25407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4" name="Google Shape;284;p86"/>
          <p:cNvSpPr txBox="1"/>
          <p:nvPr>
            <p:ph idx="13" type="title"/>
          </p:nvPr>
        </p:nvSpPr>
        <p:spPr>
          <a:xfrm>
            <a:off x="6481000" y="677250"/>
            <a:ext cx="2540700" cy="11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 - Alt 2 1">
  <p:cSld name="CUSTOM_5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87"/>
          <p:cNvSpPr txBox="1"/>
          <p:nvPr>
            <p:ph idx="1" type="body"/>
          </p:nvPr>
        </p:nvSpPr>
        <p:spPr>
          <a:xfrm>
            <a:off x="285488" y="2569932"/>
            <a:ext cx="2385000" cy="19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pic>
        <p:nvPicPr>
          <p:cNvPr id="287" name="Google Shape;287;p87"/>
          <p:cNvPicPr preferRelativeResize="0"/>
          <p:nvPr/>
        </p:nvPicPr>
        <p:blipFill rotWithShape="1">
          <a:blip r:embed="rId2">
            <a:alphaModFix/>
          </a:blip>
          <a:srcRect b="0" l="0" r="30109" t="73622"/>
          <a:stretch/>
        </p:blipFill>
        <p:spPr>
          <a:xfrm rot="10800000">
            <a:off x="133300" y="4683125"/>
            <a:ext cx="2159200" cy="458401"/>
          </a:xfrm>
          <a:prstGeom prst="rect">
            <a:avLst/>
          </a:prstGeom>
          <a:gradFill>
            <a:gsLst>
              <a:gs pos="0">
                <a:srgbClr val="808978"/>
              </a:gs>
              <a:gs pos="49000">
                <a:schemeClr val="dk1"/>
              </a:gs>
              <a:gs pos="100000">
                <a:schemeClr val="dk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cxnSp>
        <p:nvCxnSpPr>
          <p:cNvPr id="288" name="Google Shape;288;p87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9" name="Google Shape;289;p87"/>
          <p:cNvCxnSpPr/>
          <p:nvPr/>
        </p:nvCxnSpPr>
        <p:spPr>
          <a:xfrm>
            <a:off x="9023250" y="-60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0" name="Google Shape;290;p87"/>
          <p:cNvSpPr txBox="1"/>
          <p:nvPr>
            <p:ph idx="2" type="body"/>
          </p:nvPr>
        </p:nvSpPr>
        <p:spPr>
          <a:xfrm>
            <a:off x="2827113" y="2569931"/>
            <a:ext cx="2385000" cy="19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291" name="Google Shape;291;p87"/>
          <p:cNvSpPr txBox="1"/>
          <p:nvPr>
            <p:ph idx="3" type="body"/>
          </p:nvPr>
        </p:nvSpPr>
        <p:spPr>
          <a:xfrm>
            <a:off x="5368750" y="2579750"/>
            <a:ext cx="2378400" cy="19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292" name="Google Shape;292;p87"/>
          <p:cNvSpPr/>
          <p:nvPr>
            <p:ph idx="4" type="pic"/>
          </p:nvPr>
        </p:nvSpPr>
        <p:spPr>
          <a:xfrm>
            <a:off x="7752125" y="2584175"/>
            <a:ext cx="1266600" cy="2093700"/>
          </a:xfrm>
          <a:prstGeom prst="rect">
            <a:avLst/>
          </a:prstGeom>
          <a:noFill/>
          <a:ln>
            <a:noFill/>
          </a:ln>
        </p:spPr>
      </p:sp>
      <p:sp>
        <p:nvSpPr>
          <p:cNvPr id="293" name="Google Shape;293;p87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4" name="Google Shape;294;p87"/>
          <p:cNvSpPr txBox="1"/>
          <p:nvPr>
            <p:ph idx="5" type="subTitle"/>
          </p:nvPr>
        </p:nvSpPr>
        <p:spPr>
          <a:xfrm>
            <a:off x="285488" y="1897000"/>
            <a:ext cx="2385000" cy="4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95" name="Google Shape;295;p87"/>
          <p:cNvSpPr txBox="1"/>
          <p:nvPr>
            <p:ph idx="6" type="subTitle"/>
          </p:nvPr>
        </p:nvSpPr>
        <p:spPr>
          <a:xfrm>
            <a:off x="2827113" y="1897000"/>
            <a:ext cx="2385000" cy="4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96" name="Google Shape;296;p87"/>
          <p:cNvSpPr txBox="1"/>
          <p:nvPr>
            <p:ph idx="7" type="subTitle"/>
          </p:nvPr>
        </p:nvSpPr>
        <p:spPr>
          <a:xfrm>
            <a:off x="5368738" y="1897000"/>
            <a:ext cx="2385000" cy="4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97" name="Google Shape;297;p87"/>
          <p:cNvSpPr txBox="1"/>
          <p:nvPr>
            <p:ph idx="8" type="subTitle"/>
          </p:nvPr>
        </p:nvSpPr>
        <p:spPr>
          <a:xfrm>
            <a:off x="407700" y="1388800"/>
            <a:ext cx="1162500" cy="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98" name="Google Shape;298;p87"/>
          <p:cNvSpPr txBox="1"/>
          <p:nvPr>
            <p:ph idx="9" type="subTitle"/>
          </p:nvPr>
        </p:nvSpPr>
        <p:spPr>
          <a:xfrm>
            <a:off x="2952363" y="1399625"/>
            <a:ext cx="1162500" cy="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99" name="Google Shape;299;p87"/>
          <p:cNvSpPr txBox="1"/>
          <p:nvPr>
            <p:ph idx="13" type="subTitle"/>
          </p:nvPr>
        </p:nvSpPr>
        <p:spPr>
          <a:xfrm>
            <a:off x="5497038" y="1399625"/>
            <a:ext cx="1162500" cy="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00" name="Google Shape;300;p87"/>
          <p:cNvSpPr txBox="1"/>
          <p:nvPr>
            <p:ph type="title"/>
          </p:nvPr>
        </p:nvSpPr>
        <p:spPr>
          <a:xfrm>
            <a:off x="139700" y="228600"/>
            <a:ext cx="5242500" cy="6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">
  <p:cSld name="CUSTOM_6"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88"/>
          <p:cNvSpPr txBox="1"/>
          <p:nvPr>
            <p:ph idx="1" type="subTitle"/>
          </p:nvPr>
        </p:nvSpPr>
        <p:spPr>
          <a:xfrm>
            <a:off x="2679700" y="1295400"/>
            <a:ext cx="38013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3" name="Google Shape;303;p88"/>
          <p:cNvSpPr txBox="1"/>
          <p:nvPr>
            <p:ph idx="2" type="body"/>
          </p:nvPr>
        </p:nvSpPr>
        <p:spPr>
          <a:xfrm>
            <a:off x="2679700" y="1744013"/>
            <a:ext cx="2533200" cy="8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04" name="Google Shape;304;p88"/>
          <p:cNvSpPr txBox="1"/>
          <p:nvPr>
            <p:ph idx="3" type="subTitle"/>
          </p:nvPr>
        </p:nvSpPr>
        <p:spPr>
          <a:xfrm>
            <a:off x="139700" y="2570150"/>
            <a:ext cx="25251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strument Sans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05" name="Google Shape;305;p88"/>
          <p:cNvSpPr txBox="1"/>
          <p:nvPr>
            <p:ph idx="4" type="body"/>
          </p:nvPr>
        </p:nvSpPr>
        <p:spPr>
          <a:xfrm>
            <a:off x="139700" y="3059100"/>
            <a:ext cx="2525100" cy="16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06" name="Google Shape;306;p88"/>
          <p:cNvSpPr txBox="1"/>
          <p:nvPr>
            <p:ph idx="5" type="subTitle"/>
          </p:nvPr>
        </p:nvSpPr>
        <p:spPr>
          <a:xfrm>
            <a:off x="2677600" y="2570150"/>
            <a:ext cx="25251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strument Sans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strument Sans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strument Sans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strument Sans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strument Sans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strument Sans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strument Sans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strument Sans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strument Sans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07" name="Google Shape;307;p88"/>
          <p:cNvSpPr txBox="1"/>
          <p:nvPr>
            <p:ph idx="6" type="body"/>
          </p:nvPr>
        </p:nvSpPr>
        <p:spPr>
          <a:xfrm>
            <a:off x="2677600" y="3059100"/>
            <a:ext cx="2525100" cy="16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08" name="Google Shape;308;p88"/>
          <p:cNvSpPr txBox="1"/>
          <p:nvPr>
            <p:ph idx="7" type="subTitle"/>
          </p:nvPr>
        </p:nvSpPr>
        <p:spPr>
          <a:xfrm>
            <a:off x="5210575" y="2570150"/>
            <a:ext cx="25251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strument Sans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09" name="Google Shape;309;p88"/>
          <p:cNvSpPr txBox="1"/>
          <p:nvPr>
            <p:ph idx="8" type="body"/>
          </p:nvPr>
        </p:nvSpPr>
        <p:spPr>
          <a:xfrm>
            <a:off x="5210575" y="3059100"/>
            <a:ext cx="2525100" cy="16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10" name="Google Shape;310;p88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1" name="Google Shape;311;p88"/>
          <p:cNvSpPr/>
          <p:nvPr>
            <p:ph idx="9" type="pic"/>
          </p:nvPr>
        </p:nvSpPr>
        <p:spPr>
          <a:xfrm>
            <a:off x="133525" y="1298275"/>
            <a:ext cx="2531400" cy="1278000"/>
          </a:xfrm>
          <a:prstGeom prst="rect">
            <a:avLst/>
          </a:prstGeom>
          <a:noFill/>
          <a:ln>
            <a:noFill/>
          </a:ln>
        </p:spPr>
      </p:sp>
      <p:sp>
        <p:nvSpPr>
          <p:cNvPr id="312" name="Google Shape;312;p88"/>
          <p:cNvSpPr txBox="1"/>
          <p:nvPr>
            <p:ph type="title"/>
          </p:nvPr>
        </p:nvSpPr>
        <p:spPr>
          <a:xfrm>
            <a:off x="139700" y="228600"/>
            <a:ext cx="5079300" cy="10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 - Alt 1">
  <p:cSld name="CUSTOM_10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89"/>
          <p:cNvSpPr txBox="1"/>
          <p:nvPr>
            <p:ph idx="1" type="body"/>
          </p:nvPr>
        </p:nvSpPr>
        <p:spPr>
          <a:xfrm>
            <a:off x="134950" y="3008128"/>
            <a:ext cx="2525100" cy="8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315" name="Google Shape;315;p89"/>
          <p:cNvSpPr txBox="1"/>
          <p:nvPr>
            <p:ph idx="2" type="body"/>
          </p:nvPr>
        </p:nvSpPr>
        <p:spPr>
          <a:xfrm>
            <a:off x="5215900" y="3008128"/>
            <a:ext cx="2525100" cy="8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316" name="Google Shape;316;p89"/>
          <p:cNvSpPr txBox="1"/>
          <p:nvPr>
            <p:ph idx="3" type="body"/>
          </p:nvPr>
        </p:nvSpPr>
        <p:spPr>
          <a:xfrm>
            <a:off x="2677225" y="1811100"/>
            <a:ext cx="2525100" cy="7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317" name="Google Shape;317;p89"/>
          <p:cNvSpPr txBox="1"/>
          <p:nvPr>
            <p:ph idx="4" type="body"/>
          </p:nvPr>
        </p:nvSpPr>
        <p:spPr>
          <a:xfrm>
            <a:off x="2677600" y="3008128"/>
            <a:ext cx="2525100" cy="8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318" name="Google Shape;318;p89"/>
          <p:cNvSpPr txBox="1"/>
          <p:nvPr>
            <p:ph idx="5" type="subTitle"/>
          </p:nvPr>
        </p:nvSpPr>
        <p:spPr>
          <a:xfrm>
            <a:off x="2672800" y="3858600"/>
            <a:ext cx="2538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19" name="Google Shape;319;p89"/>
          <p:cNvSpPr txBox="1"/>
          <p:nvPr>
            <p:ph idx="6" type="subTitle"/>
          </p:nvPr>
        </p:nvSpPr>
        <p:spPr>
          <a:xfrm>
            <a:off x="2672800" y="4301624"/>
            <a:ext cx="2538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20" name="Google Shape;320;p89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1" name="Google Shape;321;p89"/>
          <p:cNvSpPr txBox="1"/>
          <p:nvPr>
            <p:ph idx="7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2" name="Google Shape;322;p89"/>
          <p:cNvSpPr txBox="1"/>
          <p:nvPr>
            <p:ph type="title"/>
          </p:nvPr>
        </p:nvSpPr>
        <p:spPr>
          <a:xfrm>
            <a:off x="139700" y="228600"/>
            <a:ext cx="5079300" cy="10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23" name="Google Shape;323;p89"/>
          <p:cNvSpPr/>
          <p:nvPr>
            <p:ph idx="8" type="pic"/>
          </p:nvPr>
        </p:nvSpPr>
        <p:spPr>
          <a:xfrm>
            <a:off x="134350" y="1295850"/>
            <a:ext cx="2529300" cy="1277400"/>
          </a:xfrm>
          <a:prstGeom prst="rect">
            <a:avLst/>
          </a:prstGeom>
          <a:noFill/>
          <a:ln>
            <a:noFill/>
          </a:ln>
        </p:spPr>
      </p:sp>
      <p:sp>
        <p:nvSpPr>
          <p:cNvPr id="324" name="Google Shape;324;p89"/>
          <p:cNvSpPr txBox="1"/>
          <p:nvPr>
            <p:ph idx="9" type="subTitle"/>
          </p:nvPr>
        </p:nvSpPr>
        <p:spPr>
          <a:xfrm>
            <a:off x="5211100" y="1295400"/>
            <a:ext cx="2538300" cy="12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18287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5" name="Google Shape;325;p89"/>
          <p:cNvSpPr txBox="1"/>
          <p:nvPr>
            <p:ph idx="13" type="subTitle"/>
          </p:nvPr>
        </p:nvSpPr>
        <p:spPr>
          <a:xfrm>
            <a:off x="2672800" y="1295400"/>
            <a:ext cx="25383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6" name="Google Shape;326;p89"/>
          <p:cNvSpPr txBox="1"/>
          <p:nvPr>
            <p:ph idx="14" type="subTitle"/>
          </p:nvPr>
        </p:nvSpPr>
        <p:spPr>
          <a:xfrm>
            <a:off x="2672800" y="2577000"/>
            <a:ext cx="25383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7" name="Google Shape;327;p89"/>
          <p:cNvSpPr txBox="1"/>
          <p:nvPr>
            <p:ph idx="15" type="subTitle"/>
          </p:nvPr>
        </p:nvSpPr>
        <p:spPr>
          <a:xfrm>
            <a:off x="130150" y="2577000"/>
            <a:ext cx="25383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8" name="Google Shape;328;p89"/>
          <p:cNvSpPr txBox="1"/>
          <p:nvPr>
            <p:ph idx="16" type="subTitle"/>
          </p:nvPr>
        </p:nvSpPr>
        <p:spPr>
          <a:xfrm>
            <a:off x="5211100" y="2577000"/>
            <a:ext cx="25383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9" name="Google Shape;329;p89"/>
          <p:cNvSpPr txBox="1"/>
          <p:nvPr>
            <p:ph idx="17" type="subTitle"/>
          </p:nvPr>
        </p:nvSpPr>
        <p:spPr>
          <a:xfrm>
            <a:off x="139700" y="3858600"/>
            <a:ext cx="2538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30" name="Google Shape;330;p89"/>
          <p:cNvSpPr txBox="1"/>
          <p:nvPr>
            <p:ph idx="18" type="subTitle"/>
          </p:nvPr>
        </p:nvSpPr>
        <p:spPr>
          <a:xfrm>
            <a:off x="139700" y="4301624"/>
            <a:ext cx="2538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31" name="Google Shape;331;p89"/>
          <p:cNvSpPr txBox="1"/>
          <p:nvPr>
            <p:ph idx="19" type="subTitle"/>
          </p:nvPr>
        </p:nvSpPr>
        <p:spPr>
          <a:xfrm>
            <a:off x="5220250" y="3858600"/>
            <a:ext cx="2538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32" name="Google Shape;332;p89"/>
          <p:cNvSpPr txBox="1"/>
          <p:nvPr>
            <p:ph idx="20" type="subTitle"/>
          </p:nvPr>
        </p:nvSpPr>
        <p:spPr>
          <a:xfrm>
            <a:off x="5220250" y="4301624"/>
            <a:ext cx="2538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CUSTOM_12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4" name="Google Shape;334;p9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6802699" y="3851249"/>
            <a:ext cx="1292251" cy="1292251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90"/>
          <p:cNvSpPr txBox="1"/>
          <p:nvPr>
            <p:ph idx="1" type="subTitle"/>
          </p:nvPr>
        </p:nvSpPr>
        <p:spPr>
          <a:xfrm>
            <a:off x="5372900" y="4200925"/>
            <a:ext cx="1429800" cy="3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6" name="Google Shape;336;p90"/>
          <p:cNvSpPr txBox="1"/>
          <p:nvPr>
            <p:ph idx="2" type="subTitle"/>
          </p:nvPr>
        </p:nvSpPr>
        <p:spPr>
          <a:xfrm>
            <a:off x="5372900" y="4504718"/>
            <a:ext cx="14298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7" name="Google Shape;337;p90"/>
          <p:cNvSpPr txBox="1"/>
          <p:nvPr>
            <p:ph idx="3" type="subTitle"/>
          </p:nvPr>
        </p:nvSpPr>
        <p:spPr>
          <a:xfrm>
            <a:off x="5372900" y="1708550"/>
            <a:ext cx="15975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b="1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8" name="Google Shape;338;p90"/>
          <p:cNvSpPr txBox="1"/>
          <p:nvPr>
            <p:ph idx="4" type="subTitle"/>
          </p:nvPr>
        </p:nvSpPr>
        <p:spPr>
          <a:xfrm>
            <a:off x="5372900" y="2060150"/>
            <a:ext cx="1597500" cy="10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9" name="Google Shape;339;p90"/>
          <p:cNvSpPr txBox="1"/>
          <p:nvPr>
            <p:ph idx="5" type="subTitle"/>
          </p:nvPr>
        </p:nvSpPr>
        <p:spPr>
          <a:xfrm>
            <a:off x="6953375" y="1708550"/>
            <a:ext cx="15975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b="1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0" name="Google Shape;340;p90"/>
          <p:cNvSpPr txBox="1"/>
          <p:nvPr>
            <p:ph idx="6" type="subTitle"/>
          </p:nvPr>
        </p:nvSpPr>
        <p:spPr>
          <a:xfrm>
            <a:off x="6953375" y="2060150"/>
            <a:ext cx="1597500" cy="10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341" name="Google Shape;341;p90"/>
          <p:cNvCxnSpPr/>
          <p:nvPr/>
        </p:nvCxnSpPr>
        <p:spPr>
          <a:xfrm>
            <a:off x="9023250" y="0"/>
            <a:ext cx="0" cy="51354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2" name="Google Shape;342;p90"/>
          <p:cNvCxnSpPr/>
          <p:nvPr/>
        </p:nvCxnSpPr>
        <p:spPr>
          <a:xfrm>
            <a:off x="118800" y="0"/>
            <a:ext cx="0" cy="51354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3" name="Google Shape;343;p90"/>
          <p:cNvSpPr txBox="1"/>
          <p:nvPr>
            <p:ph idx="7" type="subTitle"/>
          </p:nvPr>
        </p:nvSpPr>
        <p:spPr>
          <a:xfrm>
            <a:off x="5372900" y="174200"/>
            <a:ext cx="15975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b="1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4" name="Google Shape;344;p90"/>
          <p:cNvSpPr txBox="1"/>
          <p:nvPr>
            <p:ph idx="8" type="subTitle"/>
          </p:nvPr>
        </p:nvSpPr>
        <p:spPr>
          <a:xfrm>
            <a:off x="139700" y="1653090"/>
            <a:ext cx="3655500" cy="12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45" name="Google Shape;345;p90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6" name="Google Shape;346;p90"/>
          <p:cNvSpPr txBox="1"/>
          <p:nvPr>
            <p:ph type="title"/>
          </p:nvPr>
        </p:nvSpPr>
        <p:spPr>
          <a:xfrm>
            <a:off x="139700" y="228600"/>
            <a:ext cx="5079300" cy="10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47" name="Google Shape;347;p90"/>
          <p:cNvSpPr txBox="1"/>
          <p:nvPr>
            <p:ph idx="9" type="subTitle"/>
          </p:nvPr>
        </p:nvSpPr>
        <p:spPr>
          <a:xfrm>
            <a:off x="5372900" y="525800"/>
            <a:ext cx="15975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8" name="Google Shape;348;p90"/>
          <p:cNvSpPr txBox="1"/>
          <p:nvPr>
            <p:ph idx="13" type="subTitle"/>
          </p:nvPr>
        </p:nvSpPr>
        <p:spPr>
          <a:xfrm>
            <a:off x="6953375" y="174200"/>
            <a:ext cx="15975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b="1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9" name="Google Shape;349;p90"/>
          <p:cNvSpPr txBox="1"/>
          <p:nvPr>
            <p:ph idx="14" type="subTitle"/>
          </p:nvPr>
        </p:nvSpPr>
        <p:spPr>
          <a:xfrm>
            <a:off x="6953375" y="525800"/>
            <a:ext cx="15975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0" name="Google Shape;350;p90"/>
          <p:cNvSpPr txBox="1"/>
          <p:nvPr>
            <p:ph idx="15" type="subTitle"/>
          </p:nvPr>
        </p:nvSpPr>
        <p:spPr>
          <a:xfrm>
            <a:off x="6970400" y="4200925"/>
            <a:ext cx="1429800" cy="3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_13"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91"/>
          <p:cNvSpPr/>
          <p:nvPr>
            <p:ph idx="2" type="pic"/>
          </p:nvPr>
        </p:nvSpPr>
        <p:spPr>
          <a:xfrm>
            <a:off x="7754350" y="2584475"/>
            <a:ext cx="1263000" cy="1272600"/>
          </a:xfrm>
          <a:prstGeom prst="rect">
            <a:avLst/>
          </a:prstGeom>
          <a:noFill/>
          <a:ln>
            <a:noFill/>
          </a:ln>
        </p:spPr>
      </p:sp>
      <p:sp>
        <p:nvSpPr>
          <p:cNvPr id="353" name="Google Shape;353;p91"/>
          <p:cNvSpPr/>
          <p:nvPr>
            <p:ph idx="3" type="pic"/>
          </p:nvPr>
        </p:nvSpPr>
        <p:spPr>
          <a:xfrm>
            <a:off x="5212300" y="2584475"/>
            <a:ext cx="1263000" cy="1272600"/>
          </a:xfrm>
          <a:prstGeom prst="rect">
            <a:avLst/>
          </a:prstGeom>
          <a:noFill/>
          <a:ln>
            <a:noFill/>
          </a:ln>
        </p:spPr>
      </p:sp>
      <p:sp>
        <p:nvSpPr>
          <p:cNvPr id="354" name="Google Shape;354;p91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55" name="Google Shape;355;p91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6" name="Google Shape;356;p91"/>
          <p:cNvCxnSpPr/>
          <p:nvPr/>
        </p:nvCxnSpPr>
        <p:spPr>
          <a:xfrm>
            <a:off x="9023250" y="-60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7" name="Google Shape;357;p91"/>
          <p:cNvCxnSpPr/>
          <p:nvPr/>
        </p:nvCxnSpPr>
        <p:spPr>
          <a:xfrm>
            <a:off x="9020977" y="1291063"/>
            <a:ext cx="0" cy="38532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8" name="Google Shape;358;p91"/>
          <p:cNvCxnSpPr/>
          <p:nvPr/>
        </p:nvCxnSpPr>
        <p:spPr>
          <a:xfrm>
            <a:off x="128875" y="1291375"/>
            <a:ext cx="88854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9" name="Google Shape;359;p91"/>
          <p:cNvSpPr txBox="1"/>
          <p:nvPr>
            <p:ph type="title"/>
          </p:nvPr>
        </p:nvSpPr>
        <p:spPr>
          <a:xfrm>
            <a:off x="139700" y="228600"/>
            <a:ext cx="5242500" cy="6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0" name="Google Shape;360;p91"/>
          <p:cNvSpPr txBox="1"/>
          <p:nvPr>
            <p:ph idx="4" type="title"/>
          </p:nvPr>
        </p:nvSpPr>
        <p:spPr>
          <a:xfrm>
            <a:off x="139700" y="1294075"/>
            <a:ext cx="38004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1" name="Google Shape;361;p91"/>
          <p:cNvSpPr txBox="1"/>
          <p:nvPr>
            <p:ph idx="5" type="title"/>
          </p:nvPr>
        </p:nvSpPr>
        <p:spPr>
          <a:xfrm>
            <a:off x="139700" y="1809275"/>
            <a:ext cx="38004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62" name="Google Shape;362;p91"/>
          <p:cNvSpPr txBox="1"/>
          <p:nvPr>
            <p:ph idx="6" type="title"/>
          </p:nvPr>
        </p:nvSpPr>
        <p:spPr>
          <a:xfrm>
            <a:off x="139700" y="2584475"/>
            <a:ext cx="38004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3" name="Google Shape;363;p91"/>
          <p:cNvSpPr txBox="1"/>
          <p:nvPr>
            <p:ph idx="7" type="title"/>
          </p:nvPr>
        </p:nvSpPr>
        <p:spPr>
          <a:xfrm>
            <a:off x="139700" y="3099675"/>
            <a:ext cx="38004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64" name="Google Shape;364;p91"/>
          <p:cNvSpPr txBox="1"/>
          <p:nvPr>
            <p:ph idx="8" type="title"/>
          </p:nvPr>
        </p:nvSpPr>
        <p:spPr>
          <a:xfrm>
            <a:off x="139700" y="3874875"/>
            <a:ext cx="38004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5" name="Google Shape;365;p91"/>
          <p:cNvSpPr txBox="1"/>
          <p:nvPr>
            <p:ph idx="9" type="title"/>
          </p:nvPr>
        </p:nvSpPr>
        <p:spPr>
          <a:xfrm>
            <a:off x="139700" y="4390075"/>
            <a:ext cx="38004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CUSTOM_7"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7" name="Google Shape;367;p92"/>
          <p:cNvPicPr preferRelativeResize="0"/>
          <p:nvPr/>
        </p:nvPicPr>
        <p:blipFill rotWithShape="1">
          <a:blip r:embed="rId2">
            <a:alphaModFix/>
          </a:blip>
          <a:srcRect b="13328" l="0" r="0" t="10503"/>
          <a:stretch/>
        </p:blipFill>
        <p:spPr>
          <a:xfrm rot="10800000">
            <a:off x="135149" y="1285126"/>
            <a:ext cx="5075876" cy="3866199"/>
          </a:xfrm>
          <a:prstGeom prst="rect">
            <a:avLst/>
          </a:prstGeom>
          <a:noFill/>
          <a:ln>
            <a:noFill/>
          </a:ln>
        </p:spPr>
      </p:pic>
      <p:sp>
        <p:nvSpPr>
          <p:cNvPr descr="A solid green color" id="368" name="Google Shape;368;p92"/>
          <p:cNvSpPr/>
          <p:nvPr/>
        </p:nvSpPr>
        <p:spPr>
          <a:xfrm>
            <a:off x="135138" y="900"/>
            <a:ext cx="1257900" cy="1283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descr="A solid blue color" id="369" name="Google Shape;369;p92"/>
          <p:cNvSpPr/>
          <p:nvPr/>
        </p:nvSpPr>
        <p:spPr>
          <a:xfrm>
            <a:off x="5218975" y="-1050"/>
            <a:ext cx="1257900" cy="1287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0" name="Google Shape;370;p92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1" name="Google Shape;371;p92"/>
          <p:cNvSpPr txBox="1"/>
          <p:nvPr>
            <p:ph type="title"/>
          </p:nvPr>
        </p:nvSpPr>
        <p:spPr>
          <a:xfrm>
            <a:off x="128875" y="1666875"/>
            <a:ext cx="4922400" cy="3245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2" name="Google Shape;372;p92"/>
          <p:cNvSpPr txBox="1"/>
          <p:nvPr>
            <p:ph idx="1" type="subTitle"/>
          </p:nvPr>
        </p:nvSpPr>
        <p:spPr>
          <a:xfrm>
            <a:off x="5305200" y="2579575"/>
            <a:ext cx="3596700" cy="12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18287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73" name="Google Shape;373;p92"/>
          <p:cNvSpPr txBox="1"/>
          <p:nvPr>
            <p:ph idx="2" type="subTitle"/>
          </p:nvPr>
        </p:nvSpPr>
        <p:spPr>
          <a:xfrm>
            <a:off x="5305225" y="3861475"/>
            <a:ext cx="3596700" cy="1050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74" name="Google Shape;374;p92"/>
          <p:cNvSpPr/>
          <p:nvPr>
            <p:ph idx="3" type="pic"/>
          </p:nvPr>
        </p:nvSpPr>
        <p:spPr>
          <a:xfrm>
            <a:off x="7757975" y="1297450"/>
            <a:ext cx="1259700" cy="12750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375" name="Google Shape;375;p92"/>
          <p:cNvGrpSpPr/>
          <p:nvPr/>
        </p:nvGrpSpPr>
        <p:grpSpPr>
          <a:xfrm>
            <a:off x="128875" y="0"/>
            <a:ext cx="8894550" cy="5152800"/>
            <a:chOff x="128875" y="0"/>
            <a:chExt cx="8894550" cy="5152800"/>
          </a:xfrm>
        </p:grpSpPr>
        <p:cxnSp>
          <p:nvCxnSpPr>
            <p:cNvPr id="376" name="Google Shape;376;p92"/>
            <p:cNvCxnSpPr/>
            <p:nvPr/>
          </p:nvCxnSpPr>
          <p:spPr>
            <a:xfrm>
              <a:off x="6480997" y="1200"/>
              <a:ext cx="0" cy="2583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7" name="Google Shape;377;p92"/>
            <p:cNvCxnSpPr/>
            <p:nvPr/>
          </p:nvCxnSpPr>
          <p:spPr>
            <a:xfrm>
              <a:off x="7752136" y="1200"/>
              <a:ext cx="0" cy="2583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8" name="Google Shape;378;p92"/>
            <p:cNvCxnSpPr/>
            <p:nvPr/>
          </p:nvCxnSpPr>
          <p:spPr>
            <a:xfrm>
              <a:off x="5213125" y="2579575"/>
              <a:ext cx="38103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9" name="Google Shape;379;p92"/>
            <p:cNvCxnSpPr/>
            <p:nvPr/>
          </p:nvCxnSpPr>
          <p:spPr>
            <a:xfrm>
              <a:off x="5212100" y="1075"/>
              <a:ext cx="0" cy="5133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80" name="Google Shape;380;p92"/>
            <p:cNvCxnSpPr/>
            <p:nvPr/>
          </p:nvCxnSpPr>
          <p:spPr>
            <a:xfrm>
              <a:off x="3940150" y="1200"/>
              <a:ext cx="0" cy="1290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81" name="Google Shape;381;p92"/>
            <p:cNvCxnSpPr/>
            <p:nvPr/>
          </p:nvCxnSpPr>
          <p:spPr>
            <a:xfrm>
              <a:off x="2669725" y="1200"/>
              <a:ext cx="0" cy="1290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82" name="Google Shape;382;p92"/>
            <p:cNvCxnSpPr/>
            <p:nvPr/>
          </p:nvCxnSpPr>
          <p:spPr>
            <a:xfrm>
              <a:off x="1399300" y="1200"/>
              <a:ext cx="0" cy="1290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83" name="Google Shape;383;p92"/>
            <p:cNvCxnSpPr/>
            <p:nvPr/>
          </p:nvCxnSpPr>
          <p:spPr>
            <a:xfrm>
              <a:off x="128875" y="0"/>
              <a:ext cx="0" cy="5152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84" name="Google Shape;384;p92"/>
            <p:cNvCxnSpPr/>
            <p:nvPr/>
          </p:nvCxnSpPr>
          <p:spPr>
            <a:xfrm>
              <a:off x="9023250" y="120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85" name="Google Shape;385;p92"/>
            <p:cNvCxnSpPr/>
            <p:nvPr/>
          </p:nvCxnSpPr>
          <p:spPr>
            <a:xfrm>
              <a:off x="128875" y="1291375"/>
              <a:ext cx="8894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- Alt 2">
  <p:cSld name="BLANK_1_1_1_1_1_1_2"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" name="Google Shape;387;p93"/>
          <p:cNvPicPr preferRelativeResize="0"/>
          <p:nvPr/>
        </p:nvPicPr>
        <p:blipFill rotWithShape="1">
          <a:blip r:embed="rId2">
            <a:alphaModFix/>
          </a:blip>
          <a:srcRect b="0" l="-14115" r="0" t="239"/>
          <a:stretch/>
        </p:blipFill>
        <p:spPr>
          <a:xfrm rot="-5400000">
            <a:off x="7090639" y="651563"/>
            <a:ext cx="2584673" cy="1271001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93"/>
          <p:cNvSpPr/>
          <p:nvPr>
            <p:ph idx="2" type="pic"/>
          </p:nvPr>
        </p:nvSpPr>
        <p:spPr>
          <a:xfrm>
            <a:off x="125900" y="-5250"/>
            <a:ext cx="3826500" cy="2584800"/>
          </a:xfrm>
          <a:prstGeom prst="rect">
            <a:avLst/>
          </a:prstGeom>
          <a:noFill/>
          <a:ln>
            <a:noFill/>
          </a:ln>
        </p:spPr>
      </p:sp>
      <p:sp>
        <p:nvSpPr>
          <p:cNvPr id="389" name="Google Shape;389;p93"/>
          <p:cNvSpPr/>
          <p:nvPr>
            <p:ph idx="3" type="pic"/>
          </p:nvPr>
        </p:nvSpPr>
        <p:spPr>
          <a:xfrm>
            <a:off x="7756975" y="3876725"/>
            <a:ext cx="1261500" cy="1268100"/>
          </a:xfrm>
          <a:prstGeom prst="rect">
            <a:avLst/>
          </a:prstGeom>
          <a:noFill/>
          <a:ln>
            <a:noFill/>
          </a:ln>
        </p:spPr>
      </p:sp>
      <p:sp>
        <p:nvSpPr>
          <p:cNvPr id="390" name="Google Shape;390;p93"/>
          <p:cNvSpPr txBox="1"/>
          <p:nvPr>
            <p:ph type="title"/>
          </p:nvPr>
        </p:nvSpPr>
        <p:spPr>
          <a:xfrm>
            <a:off x="125900" y="2579575"/>
            <a:ext cx="6355200" cy="2332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oppins"/>
              <a:buNone/>
              <a:defRPr sz="4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grpSp>
        <p:nvGrpSpPr>
          <p:cNvPr id="391" name="Google Shape;391;p93"/>
          <p:cNvGrpSpPr/>
          <p:nvPr/>
        </p:nvGrpSpPr>
        <p:grpSpPr>
          <a:xfrm>
            <a:off x="128875" y="-1950"/>
            <a:ext cx="8894675" cy="5146650"/>
            <a:chOff x="128875" y="-1950"/>
            <a:chExt cx="8894675" cy="5146650"/>
          </a:xfrm>
        </p:grpSpPr>
        <p:cxnSp>
          <p:nvCxnSpPr>
            <p:cNvPr id="392" name="Google Shape;392;p93"/>
            <p:cNvCxnSpPr/>
            <p:nvPr/>
          </p:nvCxnSpPr>
          <p:spPr>
            <a:xfrm>
              <a:off x="7752175" y="0"/>
              <a:ext cx="0" cy="51447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93" name="Google Shape;393;p93"/>
            <p:cNvCxnSpPr/>
            <p:nvPr/>
          </p:nvCxnSpPr>
          <p:spPr>
            <a:xfrm>
              <a:off x="5212100" y="-8"/>
              <a:ext cx="0" cy="12870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94" name="Google Shape;394;p93"/>
            <p:cNvCxnSpPr/>
            <p:nvPr/>
          </p:nvCxnSpPr>
          <p:spPr>
            <a:xfrm>
              <a:off x="3950538" y="-1950"/>
              <a:ext cx="0" cy="25782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95" name="Google Shape;395;p93"/>
            <p:cNvCxnSpPr/>
            <p:nvPr/>
          </p:nvCxnSpPr>
          <p:spPr>
            <a:xfrm>
              <a:off x="128875" y="0"/>
              <a:ext cx="0" cy="51447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96" name="Google Shape;396;p93"/>
            <p:cNvCxnSpPr/>
            <p:nvPr/>
          </p:nvCxnSpPr>
          <p:spPr>
            <a:xfrm>
              <a:off x="9023250" y="120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97" name="Google Shape;397;p93"/>
            <p:cNvCxnSpPr/>
            <p:nvPr/>
          </p:nvCxnSpPr>
          <p:spPr>
            <a:xfrm flipH="1" rot="10800000">
              <a:off x="3953100" y="1284725"/>
              <a:ext cx="3796800" cy="66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98" name="Google Shape;398;p93"/>
            <p:cNvCxnSpPr/>
            <p:nvPr/>
          </p:nvCxnSpPr>
          <p:spPr>
            <a:xfrm>
              <a:off x="7753950" y="3875875"/>
              <a:ext cx="12696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99" name="Google Shape;399;p93"/>
            <p:cNvCxnSpPr/>
            <p:nvPr/>
          </p:nvCxnSpPr>
          <p:spPr>
            <a:xfrm>
              <a:off x="6481000" y="-1125"/>
              <a:ext cx="0" cy="12882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0" name="Google Shape;400;p93"/>
            <p:cNvCxnSpPr/>
            <p:nvPr/>
          </p:nvCxnSpPr>
          <p:spPr>
            <a:xfrm>
              <a:off x="143975" y="2579575"/>
              <a:ext cx="8876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2304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2">
  <p:cSld name="BLANK_1_1_1_1_1_1_1_2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2" name="Google Shape;402;p94"/>
          <p:cNvPicPr preferRelativeResize="0"/>
          <p:nvPr/>
        </p:nvPicPr>
        <p:blipFill rotWithShape="1">
          <a:blip r:embed="rId2">
            <a:alphaModFix/>
          </a:blip>
          <a:srcRect b="0" l="1088" r="0" t="0"/>
          <a:stretch/>
        </p:blipFill>
        <p:spPr>
          <a:xfrm>
            <a:off x="128875" y="-6275"/>
            <a:ext cx="904422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94"/>
          <p:cNvSpPr txBox="1"/>
          <p:nvPr>
            <p:ph idx="1" type="subTitle"/>
          </p:nvPr>
        </p:nvSpPr>
        <p:spPr>
          <a:xfrm>
            <a:off x="128875" y="-450"/>
            <a:ext cx="2541000" cy="12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404" name="Google Shape;404;p94"/>
          <p:cNvSpPr txBox="1"/>
          <p:nvPr>
            <p:ph type="title"/>
          </p:nvPr>
        </p:nvSpPr>
        <p:spPr>
          <a:xfrm>
            <a:off x="128125" y="2579575"/>
            <a:ext cx="5346900" cy="233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05" name="Google Shape;405;p94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6" name="Google Shape;406;p94"/>
          <p:cNvSpPr/>
          <p:nvPr>
            <p:ph idx="2" type="pic"/>
          </p:nvPr>
        </p:nvSpPr>
        <p:spPr>
          <a:xfrm>
            <a:off x="2673625" y="-3975"/>
            <a:ext cx="1261800" cy="1291800"/>
          </a:xfrm>
          <a:prstGeom prst="rect">
            <a:avLst/>
          </a:prstGeom>
          <a:noFill/>
          <a:ln>
            <a:noFill/>
          </a:ln>
        </p:spPr>
      </p:sp>
      <p:sp>
        <p:nvSpPr>
          <p:cNvPr id="407" name="Google Shape;407;p94"/>
          <p:cNvSpPr/>
          <p:nvPr>
            <p:ph idx="3" type="pic"/>
          </p:nvPr>
        </p:nvSpPr>
        <p:spPr>
          <a:xfrm>
            <a:off x="7752125" y="-2225"/>
            <a:ext cx="1264500" cy="38583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408" name="Google Shape;408;p94"/>
          <p:cNvGrpSpPr/>
          <p:nvPr/>
        </p:nvGrpSpPr>
        <p:grpSpPr>
          <a:xfrm>
            <a:off x="128875" y="-3350"/>
            <a:ext cx="8890817" cy="5151000"/>
            <a:chOff x="128875" y="-3350"/>
            <a:chExt cx="8894375" cy="5151000"/>
          </a:xfrm>
        </p:grpSpPr>
        <p:cxnSp>
          <p:nvCxnSpPr>
            <p:cNvPr id="409" name="Google Shape;409;p94"/>
            <p:cNvCxnSpPr/>
            <p:nvPr/>
          </p:nvCxnSpPr>
          <p:spPr>
            <a:xfrm>
              <a:off x="6481000" y="-1125"/>
              <a:ext cx="0" cy="51459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0" name="Google Shape;410;p94"/>
            <p:cNvCxnSpPr/>
            <p:nvPr/>
          </p:nvCxnSpPr>
          <p:spPr>
            <a:xfrm>
              <a:off x="7752125" y="-3350"/>
              <a:ext cx="0" cy="51510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1" name="Google Shape;411;p94"/>
            <p:cNvCxnSpPr/>
            <p:nvPr/>
          </p:nvCxnSpPr>
          <p:spPr>
            <a:xfrm>
              <a:off x="6483092" y="3861475"/>
              <a:ext cx="2537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2" name="Google Shape;412;p94"/>
            <p:cNvCxnSpPr/>
            <p:nvPr/>
          </p:nvCxnSpPr>
          <p:spPr>
            <a:xfrm>
              <a:off x="6484267" y="2579575"/>
              <a:ext cx="1268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3" name="Google Shape;413;p94"/>
            <p:cNvCxnSpPr/>
            <p:nvPr/>
          </p:nvCxnSpPr>
          <p:spPr>
            <a:xfrm>
              <a:off x="5212108" y="-616"/>
              <a:ext cx="0" cy="12912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4" name="Google Shape;414;p94"/>
            <p:cNvCxnSpPr/>
            <p:nvPr/>
          </p:nvCxnSpPr>
          <p:spPr>
            <a:xfrm>
              <a:off x="3940162" y="-616"/>
              <a:ext cx="0" cy="12912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5" name="Google Shape;415;p94"/>
            <p:cNvCxnSpPr/>
            <p:nvPr/>
          </p:nvCxnSpPr>
          <p:spPr>
            <a:xfrm>
              <a:off x="2669741" y="-1225"/>
              <a:ext cx="0" cy="12918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6" name="Google Shape;416;p94"/>
            <p:cNvCxnSpPr/>
            <p:nvPr/>
          </p:nvCxnSpPr>
          <p:spPr>
            <a:xfrm>
              <a:off x="128875" y="0"/>
              <a:ext cx="0" cy="51447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7" name="Google Shape;417;p94"/>
            <p:cNvCxnSpPr/>
            <p:nvPr/>
          </p:nvCxnSpPr>
          <p:spPr>
            <a:xfrm>
              <a:off x="9023250" y="120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8" name="Google Shape;418;p94"/>
            <p:cNvCxnSpPr/>
            <p:nvPr/>
          </p:nvCxnSpPr>
          <p:spPr>
            <a:xfrm>
              <a:off x="128875" y="1291375"/>
              <a:ext cx="76263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9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421" name="Google Shape;421;p9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9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9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6" name="Google Shape;426;p9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9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9" name="Google Shape;429;p9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0" name="Google Shape;430;p9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9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0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435" name="Google Shape;435;p10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10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10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/>
        </p:txBody>
      </p:sp>
      <p:sp>
        <p:nvSpPr>
          <p:cNvPr id="440" name="Google Shape;440;p10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1" name="Google Shape;441;p10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10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04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/>
        </p:txBody>
      </p:sp>
      <p:sp>
        <p:nvSpPr>
          <p:cNvPr id="446" name="Google Shape;446;p10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106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0" name="Google Shape;450;p106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1" name="Google Shape;451;p106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2" name="Google Shape;452;p106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3" name="Google Shape;453;p106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4" name="Google Shape;454;p106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5" name="Google Shape;455;p106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10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8" name="Google Shape;458;p107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59" name="Google Shape;459;p107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0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462" name="Google Shape;462;p108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63" name="Google Shape;463;p108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64" name="Google Shape;464;p108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5" name="Google Shape;465;p108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109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68" name="Google Shape;468;p109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69" name="Google Shape;469;p10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470" name="Google Shape;470;p109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71" name="Google Shape;471;p109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72" name="Google Shape;472;p109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73" name="Google Shape;473;p109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10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76" name="Google Shape;476;p110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77" name="Google Shape;477;p110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78" name="Google Shape;478;p110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79" name="Google Shape;479;p110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480" name="Google Shape;480;p110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81" name="Google Shape;481;p110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82" name="Google Shape;482;p110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83" name="Google Shape;483;p110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1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6" name="Google Shape;486;p111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112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89" name="Google Shape;489;p112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90" name="Google Shape;490;p112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91" name="Google Shape;491;p112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2" name="Google Shape;492;p1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3" name="Google Shape;493;p112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94" name="Google Shape;494;p112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113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7" name="Google Shape;497;p113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98" name="Google Shape;498;p113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99" name="Google Shape;499;p113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00" name="Google Shape;500;p113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01" name="Google Shape;501;p113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02" name="Google Shape;502;p1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03" name="Google Shape;503;p113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04" name="Google Shape;504;p113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05" name="Google Shape;505;p113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114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115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10" name="Google Shape;510;p115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11" name="Google Shape;511;p115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12" name="Google Shape;512;p115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13" name="Google Shape;513;p115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14" name="Google Shape;514;p115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15" name="Google Shape;515;p115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6" name="Google Shape;516;p115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17" name="Google Shape;517;p115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18" name="Google Shape;518;p115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0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6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" name="Google Shape;7;p66"/>
          <p:cNvSpPr txBox="1"/>
          <p:nvPr>
            <p:ph idx="1" type="body"/>
          </p:nvPr>
        </p:nvSpPr>
        <p:spPr>
          <a:xfrm>
            <a:off x="128875" y="1291375"/>
            <a:ext cx="3811200" cy="28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b="0" i="0" sz="10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indent="-292100" lvl="1" marL="9144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b="0" i="0" sz="10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indent="-292100" lvl="2" marL="13716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 b="0" i="0" sz="10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indent="-292100" lvl="3" marL="18288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b="0" i="0" sz="10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indent="-292100" lvl="4" marL="22860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b="0" i="0" sz="10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indent="-292100" lvl="5" marL="2743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 b="0" i="0" sz="10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indent="-292100" lvl="6" marL="32004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b="0" i="0" sz="10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indent="-292100" lvl="7" marL="36576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b="0" i="0" sz="10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indent="-292100" lvl="8" marL="4114800" marR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Instrument Sans"/>
              <a:buChar char="■"/>
              <a:defRPr b="0" i="0" sz="10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8" name="Google Shape;8;p66"/>
          <p:cNvSpPr txBox="1"/>
          <p:nvPr>
            <p:ph type="title"/>
          </p:nvPr>
        </p:nvSpPr>
        <p:spPr>
          <a:xfrm>
            <a:off x="129300" y="228600"/>
            <a:ext cx="64803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9" name="Google Shape;9;p66"/>
          <p:cNvSpPr txBox="1"/>
          <p:nvPr>
            <p:ph idx="2" type="body"/>
          </p:nvPr>
        </p:nvSpPr>
        <p:spPr>
          <a:xfrm>
            <a:off x="4485075" y="1479525"/>
            <a:ext cx="3849900" cy="26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b="0" i="0" sz="10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indent="-2921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b="0" i="0" sz="10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indent="-2921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 b="0" i="0" sz="10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indent="-2921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b="0" i="0" sz="10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indent="-2921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b="0" i="0" sz="10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indent="-2921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 b="0" i="0" sz="10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indent="-2921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b="0" i="0" sz="10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indent="-2921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b="0" i="0" sz="10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indent="-2921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 b="0" i="0" sz="10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84">
          <p15:clr>
            <a:srgbClr val="E46962"/>
          </p15:clr>
        </p15:guide>
        <p15:guide id="2" pos="81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881">
          <p15:clr>
            <a:srgbClr val="E46962"/>
          </p15:clr>
        </p15:guide>
        <p15:guide id="6" pos="1682">
          <p15:clr>
            <a:srgbClr val="E46962"/>
          </p15:clr>
        </p15:guide>
        <p15:guide id="7" pos="4083">
          <p15:clr>
            <a:srgbClr val="E46962"/>
          </p15:clr>
        </p15:guide>
        <p15:guide id="8" pos="4883">
          <p15:clr>
            <a:srgbClr val="E46962"/>
          </p15:clr>
        </p15:guide>
        <p15:guide id="9" pos="3283">
          <p15:clr>
            <a:srgbClr val="E46962"/>
          </p15:clr>
        </p15:guide>
        <p15:guide id="10" pos="2482">
          <p15:clr>
            <a:srgbClr val="E46962"/>
          </p15:clr>
        </p15:guide>
        <p15:guide id="11" orient="horz" pos="288">
          <p15:clr>
            <a:srgbClr val="E46962"/>
          </p15:clr>
        </p15:guide>
        <p15:guide id="12" orient="horz" pos="2950">
          <p15:clr>
            <a:srgbClr val="E46962"/>
          </p15:clr>
        </p15:guide>
        <p15:guide id="13" orient="horz" pos="1625">
          <p15:clr>
            <a:srgbClr val="E46962"/>
          </p15:clr>
        </p15:guide>
        <p15:guide id="14" orient="horz" pos="2432">
          <p15:clr>
            <a:srgbClr val="E46962"/>
          </p15:clr>
        </p15:guide>
        <p15:guide id="15" orient="horz" pos="813">
          <p15:clr>
            <a:srgbClr val="E46962"/>
          </p15:clr>
        </p15:guide>
        <p15:guide id="16" pos="179">
          <p15:clr>
            <a:srgbClr val="E46962"/>
          </p15:clr>
        </p15:guide>
        <p15:guide id="17" pos="1782">
          <p15:clr>
            <a:srgbClr val="E46962"/>
          </p15:clr>
        </p15:guide>
        <p15:guide id="18" pos="3385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jpg"/><Relationship Id="rId4" Type="http://schemas.openxmlformats.org/officeDocument/2006/relationships/image" Target="../media/image22.png"/><Relationship Id="rId5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5.png"/><Relationship Id="rId4" Type="http://schemas.openxmlformats.org/officeDocument/2006/relationships/image" Target="../media/image4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1.png"/><Relationship Id="rId4" Type="http://schemas.openxmlformats.org/officeDocument/2006/relationships/image" Target="../media/image3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5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8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5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9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2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3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0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2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1" title="Algorithms-programs-and-programming-languages-Source-shutterstockcom.pn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16910" r="16903" t="0"/>
          <a:stretch/>
        </p:blipFill>
        <p:spPr>
          <a:xfrm>
            <a:off x="5959150" y="2579575"/>
            <a:ext cx="1792975" cy="1711575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1"/>
          <p:cNvSpPr txBox="1"/>
          <p:nvPr>
            <p:ph type="title"/>
          </p:nvPr>
        </p:nvSpPr>
        <p:spPr>
          <a:xfrm>
            <a:off x="0" y="540200"/>
            <a:ext cx="7380600" cy="2459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Basics of Algorithmization and Program</a:t>
            </a:r>
            <a:endParaRPr/>
          </a:p>
        </p:txBody>
      </p:sp>
      <p:sp>
        <p:nvSpPr>
          <p:cNvPr id="525" name="Google Shape;525;p1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26" name="Google Shape;526;p1" title="PI_2017.02.08_Algorithms_featured.png"/>
          <p:cNvPicPr preferRelativeResize="0"/>
          <p:nvPr>
            <p:ph idx="3" type="pic"/>
          </p:nvPr>
        </p:nvPicPr>
        <p:blipFill rotWithShape="1">
          <a:blip r:embed="rId4">
            <a:alphaModFix/>
          </a:blip>
          <a:srcRect b="33871" l="25384" r="42467" t="0"/>
          <a:stretch/>
        </p:blipFill>
        <p:spPr>
          <a:xfrm>
            <a:off x="7752125" y="3861475"/>
            <a:ext cx="1171475" cy="120485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1"/>
          <p:cNvSpPr txBox="1"/>
          <p:nvPr>
            <p:ph idx="1" type="subTitle"/>
          </p:nvPr>
        </p:nvSpPr>
        <p:spPr>
          <a:xfrm>
            <a:off x="128875" y="3861475"/>
            <a:ext cx="5244000" cy="8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Prepared &amp; Presented by: Mirlan Nurbekov, Lecturer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Office hours: Friday 8:00–17:00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AlaToo IT &amp; Business College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Fall 2025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8" name="Google Shape;528;p1" title="College_logo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00950" y="892900"/>
            <a:ext cx="1502350" cy="150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3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4" name="Google Shape;534;p3"/>
          <p:cNvSpPr txBox="1"/>
          <p:nvPr>
            <p:ph type="title"/>
          </p:nvPr>
        </p:nvSpPr>
        <p:spPr>
          <a:xfrm>
            <a:off x="471675" y="457200"/>
            <a:ext cx="73806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200"/>
              <a:t>Merge sort</a:t>
            </a:r>
            <a:endParaRPr sz="3200"/>
          </a:p>
        </p:txBody>
      </p:sp>
      <p:sp>
        <p:nvSpPr>
          <p:cNvPr id="535" name="Google Shape;535;p3"/>
          <p:cNvSpPr txBox="1"/>
          <p:nvPr>
            <p:ph type="title"/>
          </p:nvPr>
        </p:nvSpPr>
        <p:spPr>
          <a:xfrm>
            <a:off x="363825" y="1291375"/>
            <a:ext cx="75963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Merge Sort is a divide-and-conquer sorting algorithm.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works by dividing the array into smaller parts, sorting them, and then merging them back together.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65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41" name="Google Shape;541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2738" y="2136788"/>
            <a:ext cx="3438525" cy="885825"/>
          </a:xfrm>
          <a:prstGeom prst="rect">
            <a:avLst/>
          </a:prstGeom>
          <a:noFill/>
          <a:ln>
            <a:noFill/>
          </a:ln>
        </p:spPr>
      </p:pic>
      <p:sp>
        <p:nvSpPr>
          <p:cNvPr id="542" name="Google Shape;542;p65"/>
          <p:cNvSpPr txBox="1"/>
          <p:nvPr>
            <p:ph type="title"/>
          </p:nvPr>
        </p:nvSpPr>
        <p:spPr>
          <a:xfrm>
            <a:off x="471675" y="457200"/>
            <a:ext cx="73806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200"/>
              <a:t>Merge sort</a:t>
            </a:r>
            <a:endParaRPr sz="3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3814ebdc054_0_2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48" name="Google Shape;548;g3814ebdc054_0_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7963" y="2079638"/>
            <a:ext cx="3648075" cy="1000125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g3814ebdc054_0_2"/>
          <p:cNvSpPr txBox="1"/>
          <p:nvPr>
            <p:ph type="title"/>
          </p:nvPr>
        </p:nvSpPr>
        <p:spPr>
          <a:xfrm>
            <a:off x="471675" y="457200"/>
            <a:ext cx="73806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200"/>
              <a:t>Merge sort</a:t>
            </a:r>
            <a:endParaRPr sz="3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3814ebdc054_0_7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55" name="Google Shape;555;g3814ebdc054_0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5063" y="1771650"/>
            <a:ext cx="4333875" cy="16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556" name="Google Shape;556;g3814ebdc054_0_7"/>
          <p:cNvSpPr txBox="1"/>
          <p:nvPr>
            <p:ph type="title"/>
          </p:nvPr>
        </p:nvSpPr>
        <p:spPr>
          <a:xfrm>
            <a:off x="471675" y="457200"/>
            <a:ext cx="73806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200"/>
              <a:t>Merge sort</a:t>
            </a:r>
            <a:endParaRPr sz="3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3814ebdc054_0_12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62" name="Google Shape;562;g3814ebdc054_0_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9813" y="1390650"/>
            <a:ext cx="4524375" cy="2362200"/>
          </a:xfrm>
          <a:prstGeom prst="rect">
            <a:avLst/>
          </a:prstGeom>
          <a:noFill/>
          <a:ln>
            <a:noFill/>
          </a:ln>
        </p:spPr>
      </p:pic>
      <p:sp>
        <p:nvSpPr>
          <p:cNvPr id="563" name="Google Shape;563;g3814ebdc054_0_12"/>
          <p:cNvSpPr txBox="1"/>
          <p:nvPr>
            <p:ph type="title"/>
          </p:nvPr>
        </p:nvSpPr>
        <p:spPr>
          <a:xfrm>
            <a:off x="471675" y="457200"/>
            <a:ext cx="73806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200"/>
              <a:t>Merge sort</a:t>
            </a:r>
            <a:endParaRPr sz="3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3814ebdc054_0_16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69" name="Google Shape;569;g3814ebdc054_0_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371600"/>
            <a:ext cx="4419600" cy="2400300"/>
          </a:xfrm>
          <a:prstGeom prst="rect">
            <a:avLst/>
          </a:prstGeom>
          <a:noFill/>
          <a:ln>
            <a:noFill/>
          </a:ln>
        </p:spPr>
      </p:pic>
      <p:sp>
        <p:nvSpPr>
          <p:cNvPr id="570" name="Google Shape;570;g3814ebdc054_0_16"/>
          <p:cNvSpPr txBox="1"/>
          <p:nvPr>
            <p:ph type="title"/>
          </p:nvPr>
        </p:nvSpPr>
        <p:spPr>
          <a:xfrm>
            <a:off x="471675" y="457200"/>
            <a:ext cx="73806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200"/>
              <a:t>Merge sort</a:t>
            </a:r>
            <a:endParaRPr sz="3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3814ebdc054_0_20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76" name="Google Shape;576;g3814ebdc054_0_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2363" y="619125"/>
            <a:ext cx="6315075" cy="3905250"/>
          </a:xfrm>
          <a:prstGeom prst="rect">
            <a:avLst/>
          </a:prstGeom>
          <a:noFill/>
          <a:ln>
            <a:noFill/>
          </a:ln>
        </p:spPr>
      </p:pic>
      <p:sp>
        <p:nvSpPr>
          <p:cNvPr id="577" name="Google Shape;577;g3814ebdc054_0_20"/>
          <p:cNvSpPr txBox="1"/>
          <p:nvPr>
            <p:ph type="title"/>
          </p:nvPr>
        </p:nvSpPr>
        <p:spPr>
          <a:xfrm>
            <a:off x="471675" y="457200"/>
            <a:ext cx="73806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200"/>
              <a:t>Merge sort</a:t>
            </a:r>
            <a:endParaRPr sz="3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3814ebdc054_0_24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83" name="Google Shape;583;g3814ebdc054_0_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5988" y="2033588"/>
            <a:ext cx="4772025" cy="1076325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g3814ebdc054_0_24"/>
          <p:cNvSpPr txBox="1"/>
          <p:nvPr>
            <p:ph type="title"/>
          </p:nvPr>
        </p:nvSpPr>
        <p:spPr>
          <a:xfrm>
            <a:off x="471675" y="457200"/>
            <a:ext cx="73806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200"/>
              <a:t>Merge sort</a:t>
            </a:r>
            <a:endParaRPr sz="3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3814ebdc054_0_28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90" name="Google Shape;590;g3814ebdc054_0_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7950" y="2324600"/>
            <a:ext cx="4600575" cy="15621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g3814ebdc054_0_28"/>
          <p:cNvSpPr txBox="1"/>
          <p:nvPr>
            <p:ph type="title"/>
          </p:nvPr>
        </p:nvSpPr>
        <p:spPr>
          <a:xfrm>
            <a:off x="1748850" y="1419500"/>
            <a:ext cx="5458800" cy="9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Merging into </a:t>
            </a:r>
            <a:r>
              <a:rPr b="1" lang="en" sz="2600"/>
              <a:t>TEMPORARY</a:t>
            </a:r>
            <a:r>
              <a:rPr lang="en" sz="2600"/>
              <a:t> arrays</a:t>
            </a:r>
            <a:endParaRPr sz="2600"/>
          </a:p>
        </p:txBody>
      </p:sp>
      <p:sp>
        <p:nvSpPr>
          <p:cNvPr id="592" name="Google Shape;592;g3814ebdc054_0_28"/>
          <p:cNvSpPr txBox="1"/>
          <p:nvPr>
            <p:ph type="title"/>
          </p:nvPr>
        </p:nvSpPr>
        <p:spPr>
          <a:xfrm>
            <a:off x="533436" y="457200"/>
            <a:ext cx="73806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200"/>
              <a:t>Merge sort</a:t>
            </a:r>
            <a:endParaRPr sz="3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3814ebdc054_0_32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98" name="Google Shape;598;g3814ebdc054_0_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0250" y="1995088"/>
            <a:ext cx="4943475" cy="1704975"/>
          </a:xfrm>
          <a:prstGeom prst="rect">
            <a:avLst/>
          </a:prstGeom>
          <a:noFill/>
          <a:ln>
            <a:noFill/>
          </a:ln>
        </p:spPr>
      </p:pic>
      <p:sp>
        <p:nvSpPr>
          <p:cNvPr id="599" name="Google Shape;599;g3814ebdc054_0_32"/>
          <p:cNvSpPr txBox="1"/>
          <p:nvPr>
            <p:ph type="title"/>
          </p:nvPr>
        </p:nvSpPr>
        <p:spPr>
          <a:xfrm>
            <a:off x="533436" y="457200"/>
            <a:ext cx="73806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200"/>
              <a:t>Merge sort</a:t>
            </a:r>
            <a:endParaRPr sz="32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3814ebdc054_0_45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05" name="Google Shape;605;g3814ebdc054_0_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3600" y="1743075"/>
            <a:ext cx="4876800" cy="1657350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g3814ebdc054_0_45"/>
          <p:cNvSpPr txBox="1"/>
          <p:nvPr>
            <p:ph type="title"/>
          </p:nvPr>
        </p:nvSpPr>
        <p:spPr>
          <a:xfrm>
            <a:off x="533436" y="457200"/>
            <a:ext cx="73806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200"/>
              <a:t>Merge sort</a:t>
            </a:r>
            <a:endParaRPr sz="32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3814ebdc054_0_50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12" name="Google Shape;612;g3814ebdc054_0_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0" y="1728788"/>
            <a:ext cx="4572000" cy="16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613" name="Google Shape;613;g3814ebdc054_0_50"/>
          <p:cNvSpPr txBox="1"/>
          <p:nvPr>
            <p:ph type="title"/>
          </p:nvPr>
        </p:nvSpPr>
        <p:spPr>
          <a:xfrm>
            <a:off x="533436" y="457200"/>
            <a:ext cx="73806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200"/>
              <a:t>Merge sort</a:t>
            </a:r>
            <a:endParaRPr sz="32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3814ebdc054_0_54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19" name="Google Shape;619;g3814ebdc054_0_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8838" y="1628775"/>
            <a:ext cx="4886325" cy="1885950"/>
          </a:xfrm>
          <a:prstGeom prst="rect">
            <a:avLst/>
          </a:prstGeom>
          <a:noFill/>
          <a:ln>
            <a:noFill/>
          </a:ln>
        </p:spPr>
      </p:pic>
      <p:sp>
        <p:nvSpPr>
          <p:cNvPr id="620" name="Google Shape;620;g3814ebdc054_0_54"/>
          <p:cNvSpPr txBox="1"/>
          <p:nvPr>
            <p:ph type="title"/>
          </p:nvPr>
        </p:nvSpPr>
        <p:spPr>
          <a:xfrm>
            <a:off x="533436" y="457200"/>
            <a:ext cx="73806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200"/>
              <a:t>Merge sort</a:t>
            </a:r>
            <a:endParaRPr sz="32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3814ebdc054_0_58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26" name="Google Shape;626;g3814ebdc054_0_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8850" y="1346213"/>
            <a:ext cx="4686300" cy="2466975"/>
          </a:xfrm>
          <a:prstGeom prst="rect">
            <a:avLst/>
          </a:prstGeom>
          <a:noFill/>
          <a:ln>
            <a:noFill/>
          </a:ln>
        </p:spPr>
      </p:pic>
      <p:sp>
        <p:nvSpPr>
          <p:cNvPr id="627" name="Google Shape;627;g3814ebdc054_0_58"/>
          <p:cNvSpPr txBox="1"/>
          <p:nvPr>
            <p:ph type="title"/>
          </p:nvPr>
        </p:nvSpPr>
        <p:spPr>
          <a:xfrm>
            <a:off x="533436" y="457200"/>
            <a:ext cx="73806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200"/>
              <a:t>Merge sort</a:t>
            </a:r>
            <a:endParaRPr sz="32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3814ebdc054_0_62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33" name="Google Shape;633;g3814ebdc054_0_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8375" y="1328738"/>
            <a:ext cx="4667250" cy="2486025"/>
          </a:xfrm>
          <a:prstGeom prst="rect">
            <a:avLst/>
          </a:prstGeom>
          <a:noFill/>
          <a:ln>
            <a:noFill/>
          </a:ln>
        </p:spPr>
      </p:pic>
      <p:sp>
        <p:nvSpPr>
          <p:cNvPr id="634" name="Google Shape;634;g3814ebdc054_0_62"/>
          <p:cNvSpPr txBox="1"/>
          <p:nvPr>
            <p:ph type="title"/>
          </p:nvPr>
        </p:nvSpPr>
        <p:spPr>
          <a:xfrm>
            <a:off x="533436" y="457200"/>
            <a:ext cx="73806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200"/>
              <a:t>Merge sort</a:t>
            </a:r>
            <a:endParaRPr sz="32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g3814ebdc054_0_66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40" name="Google Shape;640;g3814ebdc054_0_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3600" y="979500"/>
            <a:ext cx="4676775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641" name="Google Shape;641;g3814ebdc054_0_66"/>
          <p:cNvSpPr txBox="1"/>
          <p:nvPr>
            <p:ph type="title"/>
          </p:nvPr>
        </p:nvSpPr>
        <p:spPr>
          <a:xfrm>
            <a:off x="533436" y="457200"/>
            <a:ext cx="73806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200"/>
              <a:t>Merge sort</a:t>
            </a:r>
            <a:endParaRPr sz="32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3814ebdc054_0_70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47" name="Google Shape;647;g3814ebdc054_0_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5642" y="1085100"/>
            <a:ext cx="4892728" cy="3865275"/>
          </a:xfrm>
          <a:prstGeom prst="rect">
            <a:avLst/>
          </a:prstGeom>
          <a:noFill/>
          <a:ln>
            <a:noFill/>
          </a:ln>
        </p:spPr>
      </p:pic>
      <p:sp>
        <p:nvSpPr>
          <p:cNvPr id="648" name="Google Shape;648;g3814ebdc054_0_70"/>
          <p:cNvSpPr txBox="1"/>
          <p:nvPr>
            <p:ph type="title"/>
          </p:nvPr>
        </p:nvSpPr>
        <p:spPr>
          <a:xfrm>
            <a:off x="533436" y="457200"/>
            <a:ext cx="73806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Pseudocode for recursive part logic</a:t>
            </a:r>
            <a:endParaRPr sz="32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3814ebdc054_0_91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4" name="Google Shape;654;g3814ebdc054_0_91"/>
          <p:cNvSpPr txBox="1"/>
          <p:nvPr>
            <p:ph type="title"/>
          </p:nvPr>
        </p:nvSpPr>
        <p:spPr>
          <a:xfrm>
            <a:off x="503650" y="228600"/>
            <a:ext cx="8109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P</a:t>
            </a:r>
            <a:r>
              <a:rPr lang="en" sz="3200"/>
              <a:t>seudocode for m</a:t>
            </a:r>
            <a:r>
              <a:rPr lang="en" sz="3200"/>
              <a:t>erge part logic</a:t>
            </a:r>
            <a:endParaRPr sz="3200"/>
          </a:p>
        </p:txBody>
      </p:sp>
      <p:pic>
        <p:nvPicPr>
          <p:cNvPr id="655" name="Google Shape;655;g3814ebdc054_0_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4338" y="856500"/>
            <a:ext cx="3135325" cy="405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3814ebdc054_0_98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1" name="Google Shape;661;g3814ebdc054_0_98"/>
          <p:cNvSpPr txBox="1"/>
          <p:nvPr>
            <p:ph type="title"/>
          </p:nvPr>
        </p:nvSpPr>
        <p:spPr>
          <a:xfrm>
            <a:off x="471675" y="457200"/>
            <a:ext cx="73806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200"/>
              <a:t>Quick sort</a:t>
            </a:r>
            <a:endParaRPr sz="3200"/>
          </a:p>
        </p:txBody>
      </p:sp>
      <p:sp>
        <p:nvSpPr>
          <p:cNvPr id="662" name="Google Shape;662;g3814ebdc054_0_98"/>
          <p:cNvSpPr txBox="1"/>
          <p:nvPr>
            <p:ph type="title"/>
          </p:nvPr>
        </p:nvSpPr>
        <p:spPr>
          <a:xfrm>
            <a:off x="363825" y="1291375"/>
            <a:ext cx="75963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Quick sort is a divide-and-conquer sorting algorithm. It works by choosing a pivot element and partitioning the array into: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/>
              <a:t>Elements smaller than pivot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/>
              <a:t>Elements greater than pivot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Then it recursively sorts each part.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3aa203308e0_0_104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8" name="Google Shape;668;g3aa203308e0_0_104"/>
          <p:cNvSpPr txBox="1"/>
          <p:nvPr>
            <p:ph type="title"/>
          </p:nvPr>
        </p:nvSpPr>
        <p:spPr>
          <a:xfrm>
            <a:off x="471675" y="457200"/>
            <a:ext cx="73806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200"/>
              <a:t>Quick sort</a:t>
            </a:r>
            <a:endParaRPr sz="3200"/>
          </a:p>
        </p:txBody>
      </p:sp>
      <p:sp>
        <p:nvSpPr>
          <p:cNvPr id="669" name="Google Shape;669;g3aa203308e0_0_104"/>
          <p:cNvSpPr txBox="1"/>
          <p:nvPr>
            <p:ph type="title"/>
          </p:nvPr>
        </p:nvSpPr>
        <p:spPr>
          <a:xfrm>
            <a:off x="471675" y="1085100"/>
            <a:ext cx="73806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When you choose the pivot try to use the median-of-three, where u look at first mid and last elements of the array. Then sort the 3 elements and use the mid as pivot. </a:t>
            </a:r>
            <a:endParaRPr sz="2500"/>
          </a:p>
        </p:txBody>
      </p:sp>
      <p:pic>
        <p:nvPicPr>
          <p:cNvPr id="670" name="Google Shape;670;g3aa203308e0_0_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9450" y="2655000"/>
            <a:ext cx="3743325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1" name="Google Shape;671;g3aa203308e0_0_10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77075" y="3860800"/>
            <a:ext cx="3648075" cy="10382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72" name="Google Shape;672;g3aa203308e0_0_104"/>
          <p:cNvCxnSpPr>
            <a:stCxn id="670" idx="2"/>
            <a:endCxn id="671" idx="0"/>
          </p:cNvCxnSpPr>
          <p:nvPr/>
        </p:nvCxnSpPr>
        <p:spPr>
          <a:xfrm>
            <a:off x="4301113" y="3455100"/>
            <a:ext cx="0" cy="40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73" name="Google Shape;673;g3aa203308e0_0_104"/>
          <p:cNvCxnSpPr>
            <a:stCxn id="670" idx="2"/>
            <a:endCxn id="671" idx="0"/>
          </p:cNvCxnSpPr>
          <p:nvPr/>
        </p:nvCxnSpPr>
        <p:spPr>
          <a:xfrm>
            <a:off x="4301113" y="3455100"/>
            <a:ext cx="0" cy="4056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3814ebdc054_0_74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79" name="Google Shape;679;g3814ebdc054_0_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8888" y="1889138"/>
            <a:ext cx="4086225" cy="1381125"/>
          </a:xfrm>
          <a:prstGeom prst="rect">
            <a:avLst/>
          </a:prstGeom>
          <a:noFill/>
          <a:ln>
            <a:noFill/>
          </a:ln>
        </p:spPr>
      </p:pic>
      <p:sp>
        <p:nvSpPr>
          <p:cNvPr id="680" name="Google Shape;680;g3814ebdc054_0_74"/>
          <p:cNvSpPr txBox="1"/>
          <p:nvPr>
            <p:ph type="title"/>
          </p:nvPr>
        </p:nvSpPr>
        <p:spPr>
          <a:xfrm>
            <a:off x="471675" y="457200"/>
            <a:ext cx="73806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200"/>
              <a:t>Quick sort</a:t>
            </a:r>
            <a:endParaRPr sz="32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3814ebdc054_0_78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86" name="Google Shape;686;g3814ebdc054_0_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81275" y="1795463"/>
            <a:ext cx="3981450" cy="1552575"/>
          </a:xfrm>
          <a:prstGeom prst="rect">
            <a:avLst/>
          </a:prstGeom>
          <a:noFill/>
          <a:ln>
            <a:noFill/>
          </a:ln>
        </p:spPr>
      </p:pic>
      <p:sp>
        <p:nvSpPr>
          <p:cNvPr id="687" name="Google Shape;687;g3814ebdc054_0_78"/>
          <p:cNvSpPr txBox="1"/>
          <p:nvPr>
            <p:ph type="title"/>
          </p:nvPr>
        </p:nvSpPr>
        <p:spPr>
          <a:xfrm>
            <a:off x="471675" y="457200"/>
            <a:ext cx="73806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200"/>
              <a:t>Quick sort</a:t>
            </a:r>
            <a:endParaRPr sz="32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g3814ebdc054_0_107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93" name="Google Shape;693;g3814ebdc054_0_1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3163" y="1841513"/>
            <a:ext cx="4257675" cy="1476375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g3814ebdc054_0_107"/>
          <p:cNvSpPr txBox="1"/>
          <p:nvPr>
            <p:ph type="title"/>
          </p:nvPr>
        </p:nvSpPr>
        <p:spPr>
          <a:xfrm>
            <a:off x="471675" y="457200"/>
            <a:ext cx="73806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200"/>
              <a:t>Quick sort</a:t>
            </a:r>
            <a:endParaRPr sz="32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3814ebdc054_0_111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00" name="Google Shape;700;g3814ebdc054_0_1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3188" y="1917713"/>
            <a:ext cx="3857625" cy="1323975"/>
          </a:xfrm>
          <a:prstGeom prst="rect">
            <a:avLst/>
          </a:prstGeom>
          <a:noFill/>
          <a:ln>
            <a:noFill/>
          </a:ln>
        </p:spPr>
      </p:pic>
      <p:sp>
        <p:nvSpPr>
          <p:cNvPr id="701" name="Google Shape;701;g3814ebdc054_0_111"/>
          <p:cNvSpPr txBox="1"/>
          <p:nvPr>
            <p:ph type="title"/>
          </p:nvPr>
        </p:nvSpPr>
        <p:spPr>
          <a:xfrm>
            <a:off x="471675" y="457200"/>
            <a:ext cx="73806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200"/>
              <a:t>Quick sort</a:t>
            </a:r>
            <a:endParaRPr sz="32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g3814ebdc054_0_115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07" name="Google Shape;707;g3814ebdc054_0_115"/>
          <p:cNvPicPr preferRelativeResize="0"/>
          <p:nvPr/>
        </p:nvPicPr>
        <p:blipFill rotWithShape="1">
          <a:blip r:embed="rId3">
            <a:alphaModFix/>
          </a:blip>
          <a:srcRect b="0" l="0" r="0" t="35674"/>
          <a:stretch/>
        </p:blipFill>
        <p:spPr>
          <a:xfrm>
            <a:off x="2556875" y="1660896"/>
            <a:ext cx="4191000" cy="147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08" name="Google Shape;708;g3814ebdc054_0_115"/>
          <p:cNvSpPr txBox="1"/>
          <p:nvPr>
            <p:ph type="title"/>
          </p:nvPr>
        </p:nvSpPr>
        <p:spPr>
          <a:xfrm>
            <a:off x="471675" y="457200"/>
            <a:ext cx="73806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200"/>
              <a:t>Quick sort</a:t>
            </a:r>
            <a:endParaRPr sz="3200"/>
          </a:p>
        </p:txBody>
      </p:sp>
      <p:sp>
        <p:nvSpPr>
          <p:cNvPr id="709" name="Google Shape;709;g3814ebdc054_0_115"/>
          <p:cNvSpPr txBox="1"/>
          <p:nvPr>
            <p:ph type="title"/>
          </p:nvPr>
        </p:nvSpPr>
        <p:spPr>
          <a:xfrm>
            <a:off x="881700" y="3539325"/>
            <a:ext cx="73806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73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00"/>
              <a:buAutoNum type="arabicPeriod"/>
            </a:pPr>
            <a:r>
              <a:rPr b="1" lang="en" sz="2500"/>
              <a:t>itemFromLeft</a:t>
            </a:r>
            <a:r>
              <a:rPr lang="en" sz="2500"/>
              <a:t> that is </a:t>
            </a:r>
            <a:r>
              <a:rPr lang="en" sz="2500"/>
              <a:t>larger</a:t>
            </a:r>
            <a:r>
              <a:rPr lang="en" sz="2500"/>
              <a:t> than pivot</a:t>
            </a:r>
            <a:endParaRPr sz="2500"/>
          </a:p>
          <a:p>
            <a:pPr indent="-3873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00"/>
              <a:buAutoNum type="arabicPeriod"/>
            </a:pPr>
            <a:r>
              <a:rPr b="1" lang="en" sz="2500"/>
              <a:t>itemFromRight</a:t>
            </a:r>
            <a:r>
              <a:rPr lang="en" sz="2500"/>
              <a:t> that is smaller than pivot</a:t>
            </a:r>
            <a:endParaRPr sz="25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g3814ebdc054_0_119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15" name="Google Shape;715;g3814ebdc054_0_119"/>
          <p:cNvPicPr preferRelativeResize="0"/>
          <p:nvPr/>
        </p:nvPicPr>
        <p:blipFill rotWithShape="1">
          <a:blip r:embed="rId3">
            <a:alphaModFix/>
          </a:blip>
          <a:srcRect b="0" l="0" r="0" t="42319"/>
          <a:stretch/>
        </p:blipFill>
        <p:spPr>
          <a:xfrm>
            <a:off x="2466975" y="1658413"/>
            <a:ext cx="4210050" cy="1307600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g3814ebdc054_0_119"/>
          <p:cNvSpPr txBox="1"/>
          <p:nvPr>
            <p:ph type="title"/>
          </p:nvPr>
        </p:nvSpPr>
        <p:spPr>
          <a:xfrm>
            <a:off x="471675" y="457200"/>
            <a:ext cx="73806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200"/>
              <a:t>Quick sort</a:t>
            </a:r>
            <a:endParaRPr sz="3200"/>
          </a:p>
        </p:txBody>
      </p:sp>
      <p:sp>
        <p:nvSpPr>
          <p:cNvPr id="717" name="Google Shape;717;g3814ebdc054_0_119"/>
          <p:cNvSpPr txBox="1"/>
          <p:nvPr>
            <p:ph type="title"/>
          </p:nvPr>
        </p:nvSpPr>
        <p:spPr>
          <a:xfrm>
            <a:off x="881700" y="3539325"/>
            <a:ext cx="73806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73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00"/>
              <a:buAutoNum type="arabicPeriod"/>
            </a:pPr>
            <a:r>
              <a:rPr b="1" lang="en" sz="2500"/>
              <a:t>itemFromLeft</a:t>
            </a:r>
            <a:r>
              <a:rPr lang="en" sz="2500"/>
              <a:t> that is larger than pivot</a:t>
            </a:r>
            <a:endParaRPr sz="2500"/>
          </a:p>
          <a:p>
            <a:pPr indent="-3873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00"/>
              <a:buAutoNum type="arabicPeriod"/>
            </a:pPr>
            <a:r>
              <a:rPr b="1" lang="en" sz="2500"/>
              <a:t>itemFromRight</a:t>
            </a:r>
            <a:r>
              <a:rPr lang="en" sz="2500"/>
              <a:t> that is smaller than pivot</a:t>
            </a:r>
            <a:endParaRPr sz="25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g3814ebdc054_0_127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23" name="Google Shape;723;g3814ebdc054_0_1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5088" y="1579575"/>
            <a:ext cx="3933825" cy="2000250"/>
          </a:xfrm>
          <a:prstGeom prst="rect">
            <a:avLst/>
          </a:prstGeom>
          <a:noFill/>
          <a:ln>
            <a:noFill/>
          </a:ln>
        </p:spPr>
      </p:pic>
      <p:sp>
        <p:nvSpPr>
          <p:cNvPr id="724" name="Google Shape;724;g3814ebdc054_0_127"/>
          <p:cNvSpPr txBox="1"/>
          <p:nvPr>
            <p:ph type="title"/>
          </p:nvPr>
        </p:nvSpPr>
        <p:spPr>
          <a:xfrm>
            <a:off x="471675" y="457200"/>
            <a:ext cx="73806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200"/>
              <a:t>Quick sort</a:t>
            </a:r>
            <a:endParaRPr sz="32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g3814ebdc054_0_131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30" name="Google Shape;730;g3814ebdc054_0_1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0338" y="1793888"/>
            <a:ext cx="3743325" cy="1571625"/>
          </a:xfrm>
          <a:prstGeom prst="rect">
            <a:avLst/>
          </a:prstGeom>
          <a:noFill/>
          <a:ln>
            <a:noFill/>
          </a:ln>
        </p:spPr>
      </p:pic>
      <p:sp>
        <p:nvSpPr>
          <p:cNvPr id="731" name="Google Shape;731;g3814ebdc054_0_131"/>
          <p:cNvSpPr txBox="1"/>
          <p:nvPr>
            <p:ph type="title"/>
          </p:nvPr>
        </p:nvSpPr>
        <p:spPr>
          <a:xfrm>
            <a:off x="471675" y="457200"/>
            <a:ext cx="73806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200"/>
              <a:t>Quick sort</a:t>
            </a:r>
            <a:endParaRPr sz="32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g3814ebdc054_0_138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37" name="Google Shape;737;g3814ebdc054_0_1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8588" y="1685925"/>
            <a:ext cx="4181475" cy="1771650"/>
          </a:xfrm>
          <a:prstGeom prst="rect">
            <a:avLst/>
          </a:prstGeom>
          <a:noFill/>
          <a:ln>
            <a:noFill/>
          </a:ln>
        </p:spPr>
      </p:pic>
      <p:sp>
        <p:nvSpPr>
          <p:cNvPr id="738" name="Google Shape;738;g3814ebdc054_0_138"/>
          <p:cNvSpPr txBox="1"/>
          <p:nvPr>
            <p:ph type="title"/>
          </p:nvPr>
        </p:nvSpPr>
        <p:spPr>
          <a:xfrm>
            <a:off x="471675" y="457200"/>
            <a:ext cx="73806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200"/>
              <a:t>Quick sort</a:t>
            </a:r>
            <a:endParaRPr sz="32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814ebdc054_0_143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44" name="Google Shape;744;g3814ebdc054_0_1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7913" y="1465275"/>
            <a:ext cx="4333875" cy="2228850"/>
          </a:xfrm>
          <a:prstGeom prst="rect">
            <a:avLst/>
          </a:prstGeom>
          <a:noFill/>
          <a:ln>
            <a:noFill/>
          </a:ln>
        </p:spPr>
      </p:pic>
      <p:sp>
        <p:nvSpPr>
          <p:cNvPr id="745" name="Google Shape;745;g3814ebdc054_0_143"/>
          <p:cNvSpPr txBox="1"/>
          <p:nvPr>
            <p:ph type="title"/>
          </p:nvPr>
        </p:nvSpPr>
        <p:spPr>
          <a:xfrm>
            <a:off x="471675" y="457200"/>
            <a:ext cx="73806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200"/>
              <a:t>Quick sort</a:t>
            </a:r>
            <a:endParaRPr sz="32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g3814ebdc054_0_147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1" name="Google Shape;751;g3814ebdc054_0_147"/>
          <p:cNvSpPr txBox="1"/>
          <p:nvPr>
            <p:ph type="title"/>
          </p:nvPr>
        </p:nvSpPr>
        <p:spPr>
          <a:xfrm>
            <a:off x="471675" y="457200"/>
            <a:ext cx="73806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200"/>
              <a:t>Quick sort</a:t>
            </a:r>
            <a:endParaRPr sz="3200"/>
          </a:p>
        </p:txBody>
      </p:sp>
      <p:pic>
        <p:nvPicPr>
          <p:cNvPr id="752" name="Google Shape;752;g3814ebdc054_0_1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4550" y="1712925"/>
            <a:ext cx="4514850" cy="1733550"/>
          </a:xfrm>
          <a:prstGeom prst="rect">
            <a:avLst/>
          </a:prstGeom>
          <a:noFill/>
          <a:ln>
            <a:noFill/>
          </a:ln>
        </p:spPr>
      </p:pic>
      <p:sp>
        <p:nvSpPr>
          <p:cNvPr id="753" name="Google Shape;753;g3814ebdc054_0_147"/>
          <p:cNvSpPr txBox="1"/>
          <p:nvPr>
            <p:ph type="title"/>
          </p:nvPr>
        </p:nvSpPr>
        <p:spPr>
          <a:xfrm>
            <a:off x="793150" y="3248950"/>
            <a:ext cx="7380600" cy="12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73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00"/>
              <a:buAutoNum type="arabicPeriod"/>
            </a:pPr>
            <a:r>
              <a:rPr lang="en" sz="2500"/>
              <a:t>Correct position in final, sorted array </a:t>
            </a:r>
            <a:endParaRPr sz="2500"/>
          </a:p>
          <a:p>
            <a:pPr indent="-3873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00"/>
              <a:buAutoNum type="arabicPeriod"/>
            </a:pPr>
            <a:r>
              <a:rPr lang="en" sz="2500"/>
              <a:t>Items to the left are smaller </a:t>
            </a:r>
            <a:endParaRPr sz="2500"/>
          </a:p>
          <a:p>
            <a:pPr indent="-3873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00"/>
              <a:buAutoNum type="arabicPeriod"/>
            </a:pPr>
            <a:r>
              <a:rPr lang="en" sz="2500"/>
              <a:t>Items to the right are lager</a:t>
            </a:r>
            <a:endParaRPr sz="25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3aa203308e0_0_71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9" name="Google Shape;759;g3aa203308e0_0_71"/>
          <p:cNvSpPr txBox="1"/>
          <p:nvPr>
            <p:ph type="title"/>
          </p:nvPr>
        </p:nvSpPr>
        <p:spPr>
          <a:xfrm>
            <a:off x="471675" y="457200"/>
            <a:ext cx="73806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200"/>
              <a:t>Quick sort</a:t>
            </a:r>
            <a:endParaRPr sz="3200"/>
          </a:p>
        </p:txBody>
      </p:sp>
      <p:pic>
        <p:nvPicPr>
          <p:cNvPr id="760" name="Google Shape;760;g3aa203308e0_0_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750" y="1085100"/>
            <a:ext cx="4514850" cy="173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1" name="Google Shape;761;g3aa203308e0_0_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99700" y="2917450"/>
            <a:ext cx="3219450" cy="13620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62" name="Google Shape;762;g3aa203308e0_0_71"/>
          <p:cNvCxnSpPr/>
          <p:nvPr/>
        </p:nvCxnSpPr>
        <p:spPr>
          <a:xfrm>
            <a:off x="3549550" y="2143125"/>
            <a:ext cx="1875300" cy="112530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g3aa203308e0_0_66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68" name="Google Shape;768;g3aa203308e0_0_66"/>
          <p:cNvSpPr txBox="1"/>
          <p:nvPr>
            <p:ph type="title"/>
          </p:nvPr>
        </p:nvSpPr>
        <p:spPr>
          <a:xfrm>
            <a:off x="471675" y="457200"/>
            <a:ext cx="73806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200"/>
              <a:t>Quick sort</a:t>
            </a:r>
            <a:endParaRPr sz="3200"/>
          </a:p>
        </p:txBody>
      </p:sp>
      <p:pic>
        <p:nvPicPr>
          <p:cNvPr id="769" name="Google Shape;769;g3aa203308e0_0_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62275" y="1898663"/>
            <a:ext cx="3219450" cy="1362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g3aa203308e0_0_61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5" name="Google Shape;775;g3aa203308e0_0_61"/>
          <p:cNvSpPr txBox="1"/>
          <p:nvPr>
            <p:ph type="title"/>
          </p:nvPr>
        </p:nvSpPr>
        <p:spPr>
          <a:xfrm>
            <a:off x="471675" y="457200"/>
            <a:ext cx="73806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200"/>
              <a:t>Quick sort</a:t>
            </a:r>
            <a:endParaRPr sz="3200"/>
          </a:p>
        </p:txBody>
      </p:sp>
      <p:pic>
        <p:nvPicPr>
          <p:cNvPr id="776" name="Google Shape;776;g3aa203308e0_0_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9875" y="1770075"/>
            <a:ext cx="3524250" cy="161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g3aa203308e0_0_56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2" name="Google Shape;782;g3aa203308e0_0_56"/>
          <p:cNvSpPr txBox="1"/>
          <p:nvPr>
            <p:ph type="title"/>
          </p:nvPr>
        </p:nvSpPr>
        <p:spPr>
          <a:xfrm>
            <a:off x="471675" y="457200"/>
            <a:ext cx="73806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200"/>
              <a:t>Quick sort</a:t>
            </a:r>
            <a:endParaRPr sz="3200"/>
          </a:p>
        </p:txBody>
      </p:sp>
      <p:pic>
        <p:nvPicPr>
          <p:cNvPr id="783" name="Google Shape;783;g3aa203308e0_0_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5600" y="1860863"/>
            <a:ext cx="3152775" cy="157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g3aa203308e0_0_51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9" name="Google Shape;789;g3aa203308e0_0_51"/>
          <p:cNvSpPr txBox="1"/>
          <p:nvPr>
            <p:ph type="title"/>
          </p:nvPr>
        </p:nvSpPr>
        <p:spPr>
          <a:xfrm>
            <a:off x="471675" y="457200"/>
            <a:ext cx="73806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200"/>
              <a:t>Quick sort</a:t>
            </a:r>
            <a:endParaRPr sz="3200"/>
          </a:p>
        </p:txBody>
      </p:sp>
      <p:sp>
        <p:nvSpPr>
          <p:cNvPr id="790" name="Google Shape;790;g3aa203308e0_0_51"/>
          <p:cNvSpPr txBox="1"/>
          <p:nvPr>
            <p:ph type="title"/>
          </p:nvPr>
        </p:nvSpPr>
        <p:spPr>
          <a:xfrm>
            <a:off x="881700" y="3860800"/>
            <a:ext cx="73806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73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00"/>
              <a:buAutoNum type="arabicPeriod"/>
            </a:pPr>
            <a:r>
              <a:rPr b="1" lang="en" sz="2500"/>
              <a:t>itemFromLeft</a:t>
            </a:r>
            <a:r>
              <a:rPr lang="en" sz="2500"/>
              <a:t> that is larger than pivot</a:t>
            </a:r>
            <a:endParaRPr sz="2500"/>
          </a:p>
          <a:p>
            <a:pPr indent="-3873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00"/>
              <a:buAutoNum type="arabicPeriod"/>
            </a:pPr>
            <a:r>
              <a:rPr b="1" lang="en" sz="2500"/>
              <a:t>itemFromRight</a:t>
            </a:r>
            <a:r>
              <a:rPr lang="en" sz="2500"/>
              <a:t> that is smaller than pivot</a:t>
            </a:r>
            <a:endParaRPr sz="2500"/>
          </a:p>
        </p:txBody>
      </p:sp>
      <p:pic>
        <p:nvPicPr>
          <p:cNvPr id="791" name="Google Shape;791;g3aa203308e0_0_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70175" y="1310900"/>
            <a:ext cx="4038600" cy="232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g3aa203308e0_0_46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7" name="Google Shape;797;g3aa203308e0_0_46"/>
          <p:cNvSpPr txBox="1"/>
          <p:nvPr>
            <p:ph type="title"/>
          </p:nvPr>
        </p:nvSpPr>
        <p:spPr>
          <a:xfrm>
            <a:off x="471675" y="457200"/>
            <a:ext cx="73806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200"/>
              <a:t>Quick sort</a:t>
            </a:r>
            <a:endParaRPr sz="3200"/>
          </a:p>
        </p:txBody>
      </p:sp>
      <p:pic>
        <p:nvPicPr>
          <p:cNvPr id="798" name="Google Shape;798;g3aa203308e0_0_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14625" y="1547800"/>
            <a:ext cx="3714750" cy="2047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g3aa203308e0_0_41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04" name="Google Shape;804;g3aa203308e0_0_41"/>
          <p:cNvSpPr txBox="1"/>
          <p:nvPr>
            <p:ph type="title"/>
          </p:nvPr>
        </p:nvSpPr>
        <p:spPr>
          <a:xfrm>
            <a:off x="471675" y="457200"/>
            <a:ext cx="73806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200"/>
              <a:t>Quick sort</a:t>
            </a:r>
            <a:endParaRPr sz="3200"/>
          </a:p>
        </p:txBody>
      </p:sp>
      <p:pic>
        <p:nvPicPr>
          <p:cNvPr id="805" name="Google Shape;805;g3aa203308e0_0_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61370" y="1390861"/>
            <a:ext cx="3448050" cy="232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g3aa203308e0_0_36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11" name="Google Shape;811;g3aa203308e0_0_36"/>
          <p:cNvSpPr txBox="1"/>
          <p:nvPr>
            <p:ph type="title"/>
          </p:nvPr>
        </p:nvSpPr>
        <p:spPr>
          <a:xfrm>
            <a:off x="471675" y="457200"/>
            <a:ext cx="73806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200"/>
              <a:t>Quick sort</a:t>
            </a:r>
            <a:endParaRPr sz="3200"/>
          </a:p>
        </p:txBody>
      </p:sp>
      <p:pic>
        <p:nvPicPr>
          <p:cNvPr id="812" name="Google Shape;812;g3aa203308e0_0_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2434" y="1507034"/>
            <a:ext cx="3619500" cy="220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g3aa203308e0_0_31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18" name="Google Shape;818;g3aa203308e0_0_31"/>
          <p:cNvSpPr txBox="1"/>
          <p:nvPr>
            <p:ph type="title"/>
          </p:nvPr>
        </p:nvSpPr>
        <p:spPr>
          <a:xfrm>
            <a:off x="471675" y="457200"/>
            <a:ext cx="73806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200"/>
              <a:t>Quick sort</a:t>
            </a:r>
            <a:endParaRPr sz="3200"/>
          </a:p>
        </p:txBody>
      </p:sp>
      <p:pic>
        <p:nvPicPr>
          <p:cNvPr id="819" name="Google Shape;819;g3aa203308e0_0_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1128" y="1794185"/>
            <a:ext cx="3438525" cy="170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g3aa203308e0_0_93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5" name="Google Shape;825;g3aa203308e0_0_93"/>
          <p:cNvSpPr txBox="1"/>
          <p:nvPr>
            <p:ph type="title"/>
          </p:nvPr>
        </p:nvSpPr>
        <p:spPr>
          <a:xfrm>
            <a:off x="471675" y="457200"/>
            <a:ext cx="73806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200"/>
              <a:t>Quick sort</a:t>
            </a:r>
            <a:endParaRPr sz="3200"/>
          </a:p>
        </p:txBody>
      </p:sp>
      <p:pic>
        <p:nvPicPr>
          <p:cNvPr id="826" name="Google Shape;826;g3aa203308e0_0_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6475" y="1641475"/>
            <a:ext cx="4391025" cy="187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g3aa203308e0_0_99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32" name="Google Shape;832;g3aa203308e0_0_99"/>
          <p:cNvSpPr txBox="1"/>
          <p:nvPr>
            <p:ph type="title"/>
          </p:nvPr>
        </p:nvSpPr>
        <p:spPr>
          <a:xfrm>
            <a:off x="471675" y="457200"/>
            <a:ext cx="73806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200"/>
              <a:t>Quick sort</a:t>
            </a:r>
            <a:endParaRPr sz="3200"/>
          </a:p>
        </p:txBody>
      </p:sp>
      <p:pic>
        <p:nvPicPr>
          <p:cNvPr id="833" name="Google Shape;833;g3aa203308e0_0_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757363"/>
            <a:ext cx="4419600" cy="162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g3aa203308e0_0_109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39" name="Google Shape;839;g3aa203308e0_0_109"/>
          <p:cNvSpPr txBox="1"/>
          <p:nvPr>
            <p:ph type="title"/>
          </p:nvPr>
        </p:nvSpPr>
        <p:spPr>
          <a:xfrm>
            <a:off x="503650" y="228600"/>
            <a:ext cx="8109000" cy="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Pseudocode for quicksort logic + partition </a:t>
            </a:r>
            <a:endParaRPr sz="2900"/>
          </a:p>
        </p:txBody>
      </p:sp>
      <p:pic>
        <p:nvPicPr>
          <p:cNvPr id="840" name="Google Shape;840;g3aa203308e0_0_10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2575" y="921700"/>
            <a:ext cx="7671150" cy="376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plate - Blocks">
  <a:themeElements>
    <a:clrScheme name="Simple Light">
      <a:dk1>
        <a:srgbClr val="FDFDFC"/>
      </a:dk1>
      <a:lt1>
        <a:srgbClr val="541301"/>
      </a:lt1>
      <a:dk2>
        <a:srgbClr val="DCDBD1"/>
      </a:dk2>
      <a:lt2>
        <a:srgbClr val="E5765B"/>
      </a:lt2>
      <a:accent1>
        <a:srgbClr val="D6FFD7"/>
      </a:accent1>
      <a:accent2>
        <a:srgbClr val="EBFFEC"/>
      </a:accent2>
      <a:accent3>
        <a:srgbClr val="A9B0FE"/>
      </a:accent3>
      <a:accent4>
        <a:srgbClr val="D5D7FF"/>
      </a:accent4>
      <a:accent5>
        <a:srgbClr val="F4BBAD"/>
      </a:accent5>
      <a:accent6>
        <a:srgbClr val="1B1311"/>
      </a:accent6>
      <a:hlink>
        <a:srgbClr val="A9B0F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