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Poppins"/>
      <p:regular r:id="rId35"/>
      <p:bold r:id="rId36"/>
      <p:italic r:id="rId37"/>
      <p:boldItalic r:id="rId38"/>
    </p:embeddedFont>
    <p:embeddedFont>
      <p:font typeface="Instrument Sans"/>
      <p:regular r:id="rId39"/>
      <p:bold r:id="rId40"/>
      <p:italic r:id="rId41"/>
      <p:boldItalic r:id="rId42"/>
    </p:embeddedFont>
    <p:embeddedFont>
      <p:font typeface="Poppins Medium"/>
      <p:regular r:id="rId43"/>
      <p:bold r:id="rId44"/>
      <p:italic r:id="rId45"/>
      <p:boldItalic r:id="rId46"/>
    </p:embeddedFont>
    <p:embeddedFont>
      <p:font typeface="Poppins SemiBold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1" roundtripDataSignature="AMtx7mj2TYrvk7O2KA1J9lSWGKYm7w+y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strumentSans-bold.fntdata"/><Relationship Id="rId42" Type="http://schemas.openxmlformats.org/officeDocument/2006/relationships/font" Target="fonts/InstrumentSans-boldItalic.fntdata"/><Relationship Id="rId41" Type="http://schemas.openxmlformats.org/officeDocument/2006/relationships/font" Target="fonts/InstrumentSans-italic.fntdata"/><Relationship Id="rId44" Type="http://schemas.openxmlformats.org/officeDocument/2006/relationships/font" Target="fonts/PoppinsMedium-bold.fntdata"/><Relationship Id="rId43" Type="http://schemas.openxmlformats.org/officeDocument/2006/relationships/font" Target="fonts/PoppinsMedium-regular.fntdata"/><Relationship Id="rId46" Type="http://schemas.openxmlformats.org/officeDocument/2006/relationships/font" Target="fonts/PoppinsMedium-boldItalic.fntdata"/><Relationship Id="rId45" Type="http://schemas.openxmlformats.org/officeDocument/2006/relationships/font" Target="fonts/Poppins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SemiBold-bold.fntdata"/><Relationship Id="rId47" Type="http://schemas.openxmlformats.org/officeDocument/2006/relationships/font" Target="fonts/PoppinsSemiBold-regular.fntdata"/><Relationship Id="rId49" Type="http://schemas.openxmlformats.org/officeDocument/2006/relationships/font" Target="fonts/Poppins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Poppins-regular.fntdata"/><Relationship Id="rId34" Type="http://schemas.openxmlformats.org/officeDocument/2006/relationships/slide" Target="slides/slide29.xml"/><Relationship Id="rId37" Type="http://schemas.openxmlformats.org/officeDocument/2006/relationships/font" Target="fonts/Poppins-italic.fntdata"/><Relationship Id="rId36" Type="http://schemas.openxmlformats.org/officeDocument/2006/relationships/font" Target="fonts/Poppins-bold.fntdata"/><Relationship Id="rId39" Type="http://schemas.openxmlformats.org/officeDocument/2006/relationships/font" Target="fonts/InstrumentSans-regular.fntdata"/><Relationship Id="rId38" Type="http://schemas.openxmlformats.org/officeDocument/2006/relationships/font" Target="fonts/Poppi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Poppins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a399c416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g3a399c416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a399c416d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g3a399c416d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a399c416d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g3a399c416d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a399c416d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g3a399c416d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a399c416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g3a399c416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a399c416d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g3a399c416d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a399c416d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g3a399c416d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399c416d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g3a399c416d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a399c416d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3a399c416d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a399c416d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g3a399c416d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a399c416d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g3a399c416d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a399c416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g3a399c416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a399c416d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g3a399c416d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a399c416d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g3a399c416d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a399c416d7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g3a399c416d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a399c416d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g3a399c416d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a399c416d7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g3a399c416d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a399c416d7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g3a399c416d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a399c416d7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g3a399c416d7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a399c416d7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g3a399c416d7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a399c416d7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g3a399c416d7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a399c416d7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g3a399c416d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a399c416d7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g3a399c416d7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a399c416d7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g3a399c416d7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a399c416d7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g3a399c416d7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a832cf8cd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g3a832cf8cd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a832cf8cd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7" name="Google Shape;727;g3a832cf8cd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2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67"/>
          <p:cNvPicPr preferRelativeResize="0"/>
          <p:nvPr/>
        </p:nvPicPr>
        <p:blipFill rotWithShape="1">
          <a:blip r:embed="rId2">
            <a:alphaModFix amt="70000"/>
          </a:blip>
          <a:srcRect b="0" l="1311" r="0" t="0"/>
          <a:stretch/>
        </p:blipFill>
        <p:spPr>
          <a:xfrm>
            <a:off x="0" y="0"/>
            <a:ext cx="90232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7"/>
          <p:cNvSpPr txBox="1"/>
          <p:nvPr>
            <p:ph type="title"/>
          </p:nvPr>
        </p:nvSpPr>
        <p:spPr>
          <a:xfrm>
            <a:off x="128875" y="1291375"/>
            <a:ext cx="6341400" cy="36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" name="Google Shape;13;p67"/>
          <p:cNvSpPr/>
          <p:nvPr>
            <p:ph idx="2" type="pic"/>
          </p:nvPr>
        </p:nvSpPr>
        <p:spPr>
          <a:xfrm>
            <a:off x="6487225" y="2586525"/>
            <a:ext cx="12591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67"/>
          <p:cNvSpPr/>
          <p:nvPr>
            <p:ph idx="3" type="pic"/>
          </p:nvPr>
        </p:nvSpPr>
        <p:spPr>
          <a:xfrm>
            <a:off x="7757975" y="3866750"/>
            <a:ext cx="1259700" cy="12792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6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67"/>
          <p:cNvSpPr txBox="1"/>
          <p:nvPr>
            <p:ph idx="1" type="subTitle"/>
          </p:nvPr>
        </p:nvSpPr>
        <p:spPr>
          <a:xfrm>
            <a:off x="179050" y="228600"/>
            <a:ext cx="122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grpSp>
        <p:nvGrpSpPr>
          <p:cNvPr id="17" name="Google Shape;17;p67"/>
          <p:cNvGrpSpPr/>
          <p:nvPr/>
        </p:nvGrpSpPr>
        <p:grpSpPr>
          <a:xfrm>
            <a:off x="128875" y="0"/>
            <a:ext cx="8897700" cy="5144700"/>
            <a:chOff x="128875" y="0"/>
            <a:chExt cx="8897700" cy="5144700"/>
          </a:xfrm>
        </p:grpSpPr>
        <p:cxnSp>
          <p:nvCxnSpPr>
            <p:cNvPr id="18" name="Google Shape;18;p67"/>
            <p:cNvCxnSpPr/>
            <p:nvPr/>
          </p:nvCxnSpPr>
          <p:spPr>
            <a:xfrm>
              <a:off x="6480997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" name="Google Shape;19;p67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" name="Google Shape;20;p67"/>
            <p:cNvCxnSpPr/>
            <p:nvPr/>
          </p:nvCxnSpPr>
          <p:spPr>
            <a:xfrm>
              <a:off x="6481000" y="3861475"/>
              <a:ext cx="2539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" name="Google Shape;21;p67"/>
            <p:cNvCxnSpPr/>
            <p:nvPr/>
          </p:nvCxnSpPr>
          <p:spPr>
            <a:xfrm>
              <a:off x="6481000" y="2579575"/>
              <a:ext cx="2542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" name="Google Shape;22;p67"/>
            <p:cNvCxnSpPr/>
            <p:nvPr/>
          </p:nvCxnSpPr>
          <p:spPr>
            <a:xfrm>
              <a:off x="52121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" name="Google Shape;23;p67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" name="Google Shape;24;p67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67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" name="Google Shape;26;p67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67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" name="Google Shape;28;p67"/>
            <p:cNvCxnSpPr/>
            <p:nvPr/>
          </p:nvCxnSpPr>
          <p:spPr>
            <a:xfrm>
              <a:off x="128875" y="1291375"/>
              <a:ext cx="889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" name="Google Shape;29;p67"/>
          <p:cNvSpPr/>
          <p:nvPr/>
        </p:nvSpPr>
        <p:spPr>
          <a:xfrm>
            <a:off x="6486025" y="-3325"/>
            <a:ext cx="1259400" cy="12891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30;p67"/>
          <p:cNvSpPr/>
          <p:nvPr/>
        </p:nvSpPr>
        <p:spPr>
          <a:xfrm>
            <a:off x="7756250" y="-3325"/>
            <a:ext cx="1262400" cy="1287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 1">
  <p:cSld name="CUSTOM_1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8"/>
          <p:cNvSpPr txBox="1"/>
          <p:nvPr>
            <p:ph idx="1" type="body"/>
          </p:nvPr>
        </p:nvSpPr>
        <p:spPr>
          <a:xfrm>
            <a:off x="284550" y="2579575"/>
            <a:ext cx="3655500" cy="12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3" name="Google Shape;33;p6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68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35" name="Google Shape;35;p68"/>
          <p:cNvGrpSpPr/>
          <p:nvPr/>
        </p:nvGrpSpPr>
        <p:grpSpPr>
          <a:xfrm>
            <a:off x="128875" y="-3665"/>
            <a:ext cx="8896225" cy="5148365"/>
            <a:chOff x="128875" y="-3665"/>
            <a:chExt cx="8896225" cy="5148365"/>
          </a:xfrm>
        </p:grpSpPr>
        <p:cxnSp>
          <p:nvCxnSpPr>
            <p:cNvPr id="36" name="Google Shape;36;p68"/>
            <p:cNvCxnSpPr/>
            <p:nvPr/>
          </p:nvCxnSpPr>
          <p:spPr>
            <a:xfrm>
              <a:off x="5212100" y="-3665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" name="Google Shape;37;p68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" name="Google Shape;38;p68"/>
            <p:cNvCxnSpPr/>
            <p:nvPr/>
          </p:nvCxnSpPr>
          <p:spPr>
            <a:xfrm>
              <a:off x="7752125" y="1069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" name="Google Shape;39;p68"/>
            <p:cNvCxnSpPr/>
            <p:nvPr/>
          </p:nvCxnSpPr>
          <p:spPr>
            <a:xfrm>
              <a:off x="5212100" y="22322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" name="Google Shape;40;p68"/>
            <p:cNvCxnSpPr/>
            <p:nvPr/>
          </p:nvCxnSpPr>
          <p:spPr>
            <a:xfrm>
              <a:off x="5210175" y="38677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" name="Google Shape;41;p68"/>
            <p:cNvCxnSpPr/>
            <p:nvPr/>
          </p:nvCxnSpPr>
          <p:spPr>
            <a:xfrm>
              <a:off x="5212100" y="25795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" name="Google Shape;42;p68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3" name="Google Shape;43;p68"/>
          <p:cNvSpPr txBox="1"/>
          <p:nvPr>
            <p:ph idx="2" type="subTitle"/>
          </p:nvPr>
        </p:nvSpPr>
        <p:spPr>
          <a:xfrm>
            <a:off x="284550" y="1291424"/>
            <a:ext cx="36555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4" name="Google Shape;44;p68"/>
          <p:cNvSpPr/>
          <p:nvPr>
            <p:ph idx="3" type="pic"/>
          </p:nvPr>
        </p:nvSpPr>
        <p:spPr>
          <a:xfrm>
            <a:off x="5219000" y="228600"/>
            <a:ext cx="2528400" cy="23469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68"/>
          <p:cNvSpPr/>
          <p:nvPr>
            <p:ph idx="4" type="pic"/>
          </p:nvPr>
        </p:nvSpPr>
        <p:spPr>
          <a:xfrm>
            <a:off x="7757025" y="2584925"/>
            <a:ext cx="1261500" cy="127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69"/>
          <p:cNvPicPr preferRelativeResize="0"/>
          <p:nvPr/>
        </p:nvPicPr>
        <p:blipFill rotWithShape="1">
          <a:blip r:embed="rId2">
            <a:alphaModFix/>
          </a:blip>
          <a:srcRect b="36187" l="0" r="0" t="0"/>
          <a:stretch/>
        </p:blipFill>
        <p:spPr>
          <a:xfrm rot="5400000">
            <a:off x="6625213" y="2747762"/>
            <a:ext cx="3529224" cy="1266849"/>
          </a:xfrm>
          <a:prstGeom prst="rect">
            <a:avLst/>
          </a:prstGeom>
          <a:gradFill>
            <a:gsLst>
              <a:gs pos="0">
                <a:srgbClr val="808978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8" name="Google Shape;48;p69"/>
          <p:cNvSpPr/>
          <p:nvPr>
            <p:ph idx="2" type="pic"/>
          </p:nvPr>
        </p:nvSpPr>
        <p:spPr>
          <a:xfrm>
            <a:off x="7757975" y="0"/>
            <a:ext cx="12561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69"/>
          <p:cNvSpPr txBox="1"/>
          <p:nvPr>
            <p:ph type="title"/>
          </p:nvPr>
        </p:nvSpPr>
        <p:spPr>
          <a:xfrm>
            <a:off x="284550" y="1291375"/>
            <a:ext cx="7467600" cy="36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0" name="Google Shape;50;p6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" name="Google Shape;51;p69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52" name="Google Shape;52;p69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" name="Google Shape;53;p69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" name="Google Shape;54;p69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" name="Google Shape;55;p69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6" name="Google Shape;56;p69"/>
          <p:cNvSpPr txBox="1"/>
          <p:nvPr>
            <p:ph idx="1" type="subTitle"/>
          </p:nvPr>
        </p:nvSpPr>
        <p:spPr>
          <a:xfrm>
            <a:off x="128875" y="-450"/>
            <a:ext cx="33579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14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70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60" name="Google Shape;60;p7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7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CUSTOM_14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71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65" name="Google Shape;65;p71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7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CUSTOM_14_2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72"/>
          <p:cNvPicPr preferRelativeResize="0"/>
          <p:nvPr/>
        </p:nvPicPr>
        <p:blipFill rotWithShape="1">
          <a:blip r:embed="rId2">
            <a:alphaModFix/>
          </a:blip>
          <a:srcRect b="36187" l="0" r="0" t="0"/>
          <a:stretch/>
        </p:blipFill>
        <p:spPr>
          <a:xfrm>
            <a:off x="5480550" y="1875"/>
            <a:ext cx="3541498" cy="1289501"/>
          </a:xfrm>
          <a:prstGeom prst="rect">
            <a:avLst/>
          </a:prstGeom>
          <a:gradFill>
            <a:gsLst>
              <a:gs pos="0">
                <a:srgbClr val="808978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9" name="Google Shape;69;p7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72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71" name="Google Shape;71;p72"/>
          <p:cNvGrpSpPr/>
          <p:nvPr/>
        </p:nvGrpSpPr>
        <p:grpSpPr>
          <a:xfrm>
            <a:off x="118800" y="0"/>
            <a:ext cx="8904450" cy="5135400"/>
            <a:chOff x="118800" y="0"/>
            <a:chExt cx="8904450" cy="5135400"/>
          </a:xfrm>
        </p:grpSpPr>
        <p:cxnSp>
          <p:nvCxnSpPr>
            <p:cNvPr id="72" name="Google Shape;72;p72"/>
            <p:cNvCxnSpPr/>
            <p:nvPr/>
          </p:nvCxnSpPr>
          <p:spPr>
            <a:xfrm>
              <a:off x="902325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" name="Google Shape;73;p72"/>
            <p:cNvCxnSpPr/>
            <p:nvPr/>
          </p:nvCxnSpPr>
          <p:spPr>
            <a:xfrm>
              <a:off x="11880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" name="Google Shape;74;p72"/>
            <p:cNvCxnSpPr/>
            <p:nvPr/>
          </p:nvCxnSpPr>
          <p:spPr>
            <a:xfrm>
              <a:off x="128875" y="1291375"/>
              <a:ext cx="8890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3"/>
          <p:cNvPicPr preferRelativeResize="0"/>
          <p:nvPr/>
        </p:nvPicPr>
        <p:blipFill rotWithShape="1">
          <a:blip r:embed="rId2">
            <a:alphaModFix/>
          </a:blip>
          <a:srcRect b="55478" l="0" r="16387" t="0"/>
          <a:stretch/>
        </p:blipFill>
        <p:spPr>
          <a:xfrm>
            <a:off x="4727250" y="450"/>
            <a:ext cx="4289751" cy="12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3"/>
          <p:cNvSpPr/>
          <p:nvPr>
            <p:ph idx="2" type="pic"/>
          </p:nvPr>
        </p:nvSpPr>
        <p:spPr>
          <a:xfrm>
            <a:off x="131575" y="6"/>
            <a:ext cx="25332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73"/>
          <p:cNvSpPr txBox="1"/>
          <p:nvPr>
            <p:ph type="title"/>
          </p:nvPr>
        </p:nvSpPr>
        <p:spPr>
          <a:xfrm>
            <a:off x="128875" y="1291375"/>
            <a:ext cx="7623300" cy="36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9" name="Google Shape;79;p7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0" name="Google Shape;80;p73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81" name="Google Shape;81;p73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73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73"/>
            <p:cNvCxnSpPr/>
            <p:nvPr/>
          </p:nvCxnSpPr>
          <p:spPr>
            <a:xfrm>
              <a:off x="128875" y="1287125"/>
              <a:ext cx="8892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4" name="Google Shape;84;p73"/>
          <p:cNvSpPr txBox="1"/>
          <p:nvPr>
            <p:ph idx="1" type="subTitle"/>
          </p:nvPr>
        </p:nvSpPr>
        <p:spPr>
          <a:xfrm>
            <a:off x="5364800" y="4526452"/>
            <a:ext cx="365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BLANK_1_1_1_1_1_1_1_1_1_1_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4"/>
          <p:cNvSpPr txBox="1"/>
          <p:nvPr>
            <p:ph idx="1" type="subTitle"/>
          </p:nvPr>
        </p:nvSpPr>
        <p:spPr>
          <a:xfrm>
            <a:off x="3940150" y="1291385"/>
            <a:ext cx="25410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7" name="Google Shape;87;p74"/>
          <p:cNvSpPr/>
          <p:nvPr>
            <p:ph idx="2" type="pic"/>
          </p:nvPr>
        </p:nvSpPr>
        <p:spPr>
          <a:xfrm>
            <a:off x="134150" y="1296400"/>
            <a:ext cx="1260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7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74"/>
          <p:cNvSpPr txBox="1"/>
          <p:nvPr>
            <p:ph type="title"/>
          </p:nvPr>
        </p:nvSpPr>
        <p:spPr>
          <a:xfrm>
            <a:off x="1453925" y="228600"/>
            <a:ext cx="62022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4"/>
          <p:cNvSpPr txBox="1"/>
          <p:nvPr>
            <p:ph idx="3" type="subTitle"/>
          </p:nvPr>
        </p:nvSpPr>
        <p:spPr>
          <a:xfrm>
            <a:off x="1399375" y="1291225"/>
            <a:ext cx="25410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91" name="Google Shape;91;p74"/>
          <p:cNvSpPr txBox="1"/>
          <p:nvPr>
            <p:ph idx="4" type="subTitle"/>
          </p:nvPr>
        </p:nvSpPr>
        <p:spPr>
          <a:xfrm>
            <a:off x="6481150" y="2579575"/>
            <a:ext cx="2541000" cy="21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92" name="Google Shape;92;p74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74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5"/>
          <p:cNvSpPr txBox="1"/>
          <p:nvPr>
            <p:ph type="title"/>
          </p:nvPr>
        </p:nvSpPr>
        <p:spPr>
          <a:xfrm>
            <a:off x="1408575" y="25858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6" name="Google Shape;96;p75"/>
          <p:cNvSpPr txBox="1"/>
          <p:nvPr>
            <p:ph idx="2" type="title"/>
          </p:nvPr>
        </p:nvSpPr>
        <p:spPr>
          <a:xfrm>
            <a:off x="2669675" y="38677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7" name="Google Shape;97;p75"/>
          <p:cNvSpPr txBox="1"/>
          <p:nvPr>
            <p:ph idx="3" type="title"/>
          </p:nvPr>
        </p:nvSpPr>
        <p:spPr>
          <a:xfrm>
            <a:off x="5217125" y="3861475"/>
            <a:ext cx="346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75"/>
          <p:cNvSpPr txBox="1"/>
          <p:nvPr>
            <p:ph idx="4" type="title"/>
          </p:nvPr>
        </p:nvSpPr>
        <p:spPr>
          <a:xfrm>
            <a:off x="3947363" y="25795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9" name="Google Shape;99;p75"/>
          <p:cNvSpPr txBox="1"/>
          <p:nvPr>
            <p:ph idx="5" type="title"/>
          </p:nvPr>
        </p:nvSpPr>
        <p:spPr>
          <a:xfrm>
            <a:off x="6489150" y="2579575"/>
            <a:ext cx="346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0" name="Google Shape;100;p75"/>
          <p:cNvSpPr txBox="1"/>
          <p:nvPr>
            <p:ph idx="1" type="subTitle"/>
          </p:nvPr>
        </p:nvSpPr>
        <p:spPr>
          <a:xfrm>
            <a:off x="1736450" y="25858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1" name="Google Shape;101;p7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2" name="Google Shape;102;p75"/>
          <p:cNvGrpSpPr/>
          <p:nvPr/>
        </p:nvGrpSpPr>
        <p:grpSpPr>
          <a:xfrm>
            <a:off x="128875" y="0"/>
            <a:ext cx="8894400" cy="5144700"/>
            <a:chOff x="128875" y="0"/>
            <a:chExt cx="8894400" cy="5144700"/>
          </a:xfrm>
        </p:grpSpPr>
        <p:cxnSp>
          <p:nvCxnSpPr>
            <p:cNvPr id="103" name="Google Shape;103;p75"/>
            <p:cNvCxnSpPr/>
            <p:nvPr/>
          </p:nvCxnSpPr>
          <p:spPr>
            <a:xfrm>
              <a:off x="6480997" y="1200"/>
              <a:ext cx="0" cy="3860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" name="Google Shape;104;p75"/>
            <p:cNvCxnSpPr/>
            <p:nvPr/>
          </p:nvCxnSpPr>
          <p:spPr>
            <a:xfrm>
              <a:off x="7752125" y="1200"/>
              <a:ext cx="0" cy="2578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" name="Google Shape;105;p75"/>
            <p:cNvCxnSpPr/>
            <p:nvPr/>
          </p:nvCxnSpPr>
          <p:spPr>
            <a:xfrm>
              <a:off x="128875" y="38614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75"/>
            <p:cNvCxnSpPr/>
            <p:nvPr/>
          </p:nvCxnSpPr>
          <p:spPr>
            <a:xfrm>
              <a:off x="128875" y="25795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" name="Google Shape;107;p75"/>
            <p:cNvCxnSpPr/>
            <p:nvPr/>
          </p:nvCxnSpPr>
          <p:spPr>
            <a:xfrm>
              <a:off x="5212100" y="0"/>
              <a:ext cx="0" cy="2580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" name="Google Shape;108;p75"/>
            <p:cNvCxnSpPr/>
            <p:nvPr/>
          </p:nvCxnSpPr>
          <p:spPr>
            <a:xfrm>
              <a:off x="3940150" y="129137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" name="Google Shape;109;p75"/>
            <p:cNvCxnSpPr/>
            <p:nvPr/>
          </p:nvCxnSpPr>
          <p:spPr>
            <a:xfrm>
              <a:off x="2669725" y="1291375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" name="Google Shape;110;p75"/>
            <p:cNvCxnSpPr/>
            <p:nvPr/>
          </p:nvCxnSpPr>
          <p:spPr>
            <a:xfrm>
              <a:off x="1399300" y="1291375"/>
              <a:ext cx="0" cy="3853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" name="Google Shape;111;p75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" name="Google Shape;112;p75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" name="Google Shape;113;p75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75"/>
            <p:cNvCxnSpPr/>
            <p:nvPr/>
          </p:nvCxnSpPr>
          <p:spPr>
            <a:xfrm rot="10800000">
              <a:off x="7752125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75"/>
            <p:cNvCxnSpPr/>
            <p:nvPr/>
          </p:nvCxnSpPr>
          <p:spPr>
            <a:xfrm rot="10800000">
              <a:off x="5212100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75"/>
            <p:cNvCxnSpPr/>
            <p:nvPr/>
          </p:nvCxnSpPr>
          <p:spPr>
            <a:xfrm rot="10800000">
              <a:off x="2672963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7" name="Google Shape;117;p75"/>
          <p:cNvSpPr txBox="1"/>
          <p:nvPr>
            <p:ph idx="6" type="subTitle"/>
          </p:nvPr>
        </p:nvSpPr>
        <p:spPr>
          <a:xfrm>
            <a:off x="4275713" y="25795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18" name="Google Shape;118;p75"/>
          <p:cNvSpPr txBox="1"/>
          <p:nvPr>
            <p:ph idx="7" type="subTitle"/>
          </p:nvPr>
        </p:nvSpPr>
        <p:spPr>
          <a:xfrm>
            <a:off x="6817988" y="25795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19" name="Google Shape;119;p75"/>
          <p:cNvSpPr txBox="1"/>
          <p:nvPr>
            <p:ph idx="8" type="subTitle"/>
          </p:nvPr>
        </p:nvSpPr>
        <p:spPr>
          <a:xfrm>
            <a:off x="5552488" y="38614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20" name="Google Shape;120;p75"/>
          <p:cNvSpPr txBox="1"/>
          <p:nvPr>
            <p:ph idx="9" type="subTitle"/>
          </p:nvPr>
        </p:nvSpPr>
        <p:spPr>
          <a:xfrm>
            <a:off x="3009325" y="38614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21" name="Google Shape;121;p75"/>
          <p:cNvSpPr txBox="1"/>
          <p:nvPr>
            <p:ph idx="13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p76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76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5" name="Google Shape;125;p76"/>
          <p:cNvSpPr txBox="1"/>
          <p:nvPr>
            <p:ph idx="2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76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27" name="Google Shape;127;p76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76"/>
          <p:cNvSpPr txBox="1"/>
          <p:nvPr>
            <p:ph idx="3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76"/>
          <p:cNvSpPr txBox="1"/>
          <p:nvPr>
            <p:ph idx="4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0" name="Google Shape;130;p76"/>
          <p:cNvSpPr txBox="1"/>
          <p:nvPr>
            <p:ph idx="5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1" name="Google Shape;131;p76"/>
          <p:cNvSpPr txBox="1"/>
          <p:nvPr>
            <p:ph idx="6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2" name="Google Shape;132;p76"/>
          <p:cNvSpPr txBox="1"/>
          <p:nvPr>
            <p:ph idx="7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3" name="Google Shape;133;p76"/>
          <p:cNvSpPr txBox="1"/>
          <p:nvPr>
            <p:ph idx="8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4" name="Google Shape;134;p76"/>
          <p:cNvSpPr txBox="1"/>
          <p:nvPr>
            <p:ph idx="9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5" name="Google Shape;135;p7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76"/>
          <p:cNvSpPr/>
          <p:nvPr>
            <p:ph idx="13" type="pic"/>
          </p:nvPr>
        </p:nvSpPr>
        <p:spPr>
          <a:xfrm>
            <a:off x="5215425" y="1291375"/>
            <a:ext cx="3807900" cy="38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7"/>
          <p:cNvSpPr/>
          <p:nvPr>
            <p:ph idx="2" type="pic"/>
          </p:nvPr>
        </p:nvSpPr>
        <p:spPr>
          <a:xfrm>
            <a:off x="7751475" y="1291350"/>
            <a:ext cx="1266300" cy="12852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77"/>
          <p:cNvSpPr/>
          <p:nvPr>
            <p:ph idx="3" type="pic"/>
          </p:nvPr>
        </p:nvSpPr>
        <p:spPr>
          <a:xfrm>
            <a:off x="7751425" y="3864900"/>
            <a:ext cx="1266300" cy="12849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77"/>
          <p:cNvSpPr/>
          <p:nvPr>
            <p:ph idx="4" type="pic"/>
          </p:nvPr>
        </p:nvSpPr>
        <p:spPr>
          <a:xfrm>
            <a:off x="5218487" y="2584425"/>
            <a:ext cx="2525100" cy="1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77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42" name="Google Shape;142;p77"/>
          <p:cNvSpPr txBox="1"/>
          <p:nvPr>
            <p:ph idx="5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77"/>
          <p:cNvSpPr txBox="1"/>
          <p:nvPr>
            <p:ph idx="6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77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45" name="Google Shape;145;p77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77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77"/>
          <p:cNvSpPr txBox="1"/>
          <p:nvPr>
            <p:ph idx="7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48" name="Google Shape;148;p77"/>
          <p:cNvSpPr txBox="1"/>
          <p:nvPr>
            <p:ph idx="8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49" name="Google Shape;149;p77"/>
          <p:cNvSpPr txBox="1"/>
          <p:nvPr>
            <p:ph idx="9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0" name="Google Shape;150;p77"/>
          <p:cNvSpPr txBox="1"/>
          <p:nvPr>
            <p:ph idx="13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51" name="Google Shape;151;p77"/>
          <p:cNvSpPr txBox="1"/>
          <p:nvPr>
            <p:ph idx="14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2" name="Google Shape;152;p77"/>
          <p:cNvSpPr txBox="1"/>
          <p:nvPr>
            <p:ph idx="15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53" name="Google Shape;153;p7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14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27700" y="0"/>
            <a:ext cx="1290725" cy="12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8"/>
          <p:cNvSpPr txBox="1"/>
          <p:nvPr>
            <p:ph idx="1" type="body"/>
          </p:nvPr>
        </p:nvSpPr>
        <p:spPr>
          <a:xfrm>
            <a:off x="139930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57" name="Google Shape;157;p78"/>
          <p:cNvSpPr txBox="1"/>
          <p:nvPr>
            <p:ph idx="2" type="body"/>
          </p:nvPr>
        </p:nvSpPr>
        <p:spPr>
          <a:xfrm>
            <a:off x="139930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58" name="Google Shape;158;p78"/>
          <p:cNvSpPr txBox="1"/>
          <p:nvPr>
            <p:ph idx="3" type="body"/>
          </p:nvPr>
        </p:nvSpPr>
        <p:spPr>
          <a:xfrm>
            <a:off x="139930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59" name="Google Shape;159;p78"/>
          <p:cNvSpPr txBox="1"/>
          <p:nvPr>
            <p:ph idx="4" type="body"/>
          </p:nvPr>
        </p:nvSpPr>
        <p:spPr>
          <a:xfrm>
            <a:off x="394175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0" name="Google Shape;160;p78"/>
          <p:cNvSpPr txBox="1"/>
          <p:nvPr>
            <p:ph idx="5" type="body"/>
          </p:nvPr>
        </p:nvSpPr>
        <p:spPr>
          <a:xfrm>
            <a:off x="394175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1" name="Google Shape;161;p78"/>
          <p:cNvSpPr txBox="1"/>
          <p:nvPr>
            <p:ph idx="6" type="body"/>
          </p:nvPr>
        </p:nvSpPr>
        <p:spPr>
          <a:xfrm>
            <a:off x="394175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2" name="Google Shape;162;p78"/>
          <p:cNvSpPr txBox="1"/>
          <p:nvPr>
            <p:ph idx="7" type="body"/>
          </p:nvPr>
        </p:nvSpPr>
        <p:spPr>
          <a:xfrm>
            <a:off x="648420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3" name="Google Shape;163;p78"/>
          <p:cNvSpPr txBox="1"/>
          <p:nvPr>
            <p:ph idx="8" type="body"/>
          </p:nvPr>
        </p:nvSpPr>
        <p:spPr>
          <a:xfrm>
            <a:off x="648420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4" name="Google Shape;164;p78"/>
          <p:cNvSpPr txBox="1"/>
          <p:nvPr>
            <p:ph idx="9" type="body"/>
          </p:nvPr>
        </p:nvSpPr>
        <p:spPr>
          <a:xfrm>
            <a:off x="648420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5" name="Google Shape;165;p7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78"/>
          <p:cNvSpPr txBox="1"/>
          <p:nvPr>
            <p:ph type="title"/>
          </p:nvPr>
        </p:nvSpPr>
        <p:spPr>
          <a:xfrm>
            <a:off x="139700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167" name="Google Shape;167;p78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78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78"/>
          <p:cNvSpPr txBox="1"/>
          <p:nvPr>
            <p:ph idx="13" type="subTitle"/>
          </p:nvPr>
        </p:nvSpPr>
        <p:spPr>
          <a:xfrm>
            <a:off x="139700" y="14437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70" name="Google Shape;170;p78"/>
          <p:cNvSpPr txBox="1"/>
          <p:nvPr>
            <p:ph idx="14" type="subTitle"/>
          </p:nvPr>
        </p:nvSpPr>
        <p:spPr>
          <a:xfrm>
            <a:off x="139700" y="27292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71" name="Google Shape;171;p78"/>
          <p:cNvSpPr txBox="1"/>
          <p:nvPr>
            <p:ph idx="15" type="subTitle"/>
          </p:nvPr>
        </p:nvSpPr>
        <p:spPr>
          <a:xfrm>
            <a:off x="139700" y="40147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">
  <p:cSld name="BLANK_1_1_1_1_1_1_1_1_1_1_1_1_1_1_1_1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9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4" name="Google Shape;174;p79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75" name="Google Shape;175;p79"/>
          <p:cNvSpPr txBox="1"/>
          <p:nvPr>
            <p:ph idx="3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6" name="Google Shape;176;p79"/>
          <p:cNvSpPr txBox="1"/>
          <p:nvPr>
            <p:ph type="title"/>
          </p:nvPr>
        </p:nvSpPr>
        <p:spPr>
          <a:xfrm>
            <a:off x="128875" y="234450"/>
            <a:ext cx="6354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7" name="Google Shape;177;p79"/>
          <p:cNvSpPr txBox="1"/>
          <p:nvPr>
            <p:ph idx="4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8" name="Google Shape;178;p79"/>
          <p:cNvSpPr txBox="1"/>
          <p:nvPr>
            <p:ph idx="5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79" name="Google Shape;179;p7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80" name="Google Shape;180;p79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79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79"/>
          <p:cNvSpPr txBox="1"/>
          <p:nvPr>
            <p:ph idx="6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0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5" name="Google Shape;185;p80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86" name="Google Shape;186;p80"/>
          <p:cNvSpPr txBox="1"/>
          <p:nvPr>
            <p:ph idx="3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87" name="Google Shape;187;p80"/>
          <p:cNvSpPr txBox="1"/>
          <p:nvPr>
            <p:ph idx="4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8" name="Google Shape;188;p80"/>
          <p:cNvSpPr/>
          <p:nvPr>
            <p:ph idx="5" type="pic"/>
          </p:nvPr>
        </p:nvSpPr>
        <p:spPr>
          <a:xfrm>
            <a:off x="128875" y="385810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80"/>
          <p:cNvSpPr/>
          <p:nvPr>
            <p:ph idx="6" type="pic"/>
          </p:nvPr>
        </p:nvSpPr>
        <p:spPr>
          <a:xfrm>
            <a:off x="128875" y="129135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80"/>
          <p:cNvSpPr/>
          <p:nvPr>
            <p:ph idx="7" type="pic"/>
          </p:nvPr>
        </p:nvSpPr>
        <p:spPr>
          <a:xfrm>
            <a:off x="3936325" y="2583600"/>
            <a:ext cx="1270500" cy="12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80"/>
          <p:cNvSpPr txBox="1"/>
          <p:nvPr>
            <p:ph type="title"/>
          </p:nvPr>
        </p:nvSpPr>
        <p:spPr>
          <a:xfrm>
            <a:off x="128875" y="234450"/>
            <a:ext cx="38100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92" name="Google Shape;192;p8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3" name="Google Shape;193;p8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8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80"/>
          <p:cNvSpPr txBox="1"/>
          <p:nvPr>
            <p:ph idx="8" type="subTitle"/>
          </p:nvPr>
        </p:nvSpPr>
        <p:spPr>
          <a:xfrm>
            <a:off x="3940150" y="234450"/>
            <a:ext cx="48603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6" name="Google Shape;196;p80"/>
          <p:cNvSpPr txBox="1"/>
          <p:nvPr>
            <p:ph idx="9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7" name="Google Shape;197;p80"/>
          <p:cNvSpPr txBox="1"/>
          <p:nvPr>
            <p:ph idx="13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747525" y="-6725"/>
            <a:ext cx="1265400" cy="12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1"/>
          <p:cNvSpPr txBox="1"/>
          <p:nvPr>
            <p:ph idx="1" type="body"/>
          </p:nvPr>
        </p:nvSpPr>
        <p:spPr>
          <a:xfrm>
            <a:off x="134175" y="2591900"/>
            <a:ext cx="12594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1" name="Google Shape;201;p81"/>
          <p:cNvSpPr txBox="1"/>
          <p:nvPr>
            <p:ph idx="2" type="body"/>
          </p:nvPr>
        </p:nvSpPr>
        <p:spPr>
          <a:xfrm>
            <a:off x="1401350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2" name="Google Shape;202;p81"/>
          <p:cNvSpPr txBox="1"/>
          <p:nvPr>
            <p:ph idx="3" type="body"/>
          </p:nvPr>
        </p:nvSpPr>
        <p:spPr>
          <a:xfrm>
            <a:off x="2664024" y="2585275"/>
            <a:ext cx="12564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3" name="Google Shape;203;p81"/>
          <p:cNvSpPr txBox="1"/>
          <p:nvPr>
            <p:ph idx="4" type="body"/>
          </p:nvPr>
        </p:nvSpPr>
        <p:spPr>
          <a:xfrm>
            <a:off x="3942325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4" name="Google Shape;204;p81"/>
          <p:cNvSpPr txBox="1"/>
          <p:nvPr>
            <p:ph idx="5" type="body"/>
          </p:nvPr>
        </p:nvSpPr>
        <p:spPr>
          <a:xfrm>
            <a:off x="5215125" y="2585275"/>
            <a:ext cx="12642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5" name="Google Shape;205;p81"/>
          <p:cNvSpPr txBox="1"/>
          <p:nvPr>
            <p:ph idx="6" type="body"/>
          </p:nvPr>
        </p:nvSpPr>
        <p:spPr>
          <a:xfrm>
            <a:off x="6484050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6" name="Google Shape;206;p81"/>
          <p:cNvSpPr/>
          <p:nvPr>
            <p:ph idx="7" type="pic"/>
          </p:nvPr>
        </p:nvSpPr>
        <p:spPr>
          <a:xfrm>
            <a:off x="1405975" y="2584850"/>
            <a:ext cx="1259400" cy="12705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81"/>
          <p:cNvSpPr/>
          <p:nvPr>
            <p:ph idx="8" type="pic"/>
          </p:nvPr>
        </p:nvSpPr>
        <p:spPr>
          <a:xfrm>
            <a:off x="2672775" y="1298150"/>
            <a:ext cx="1264200" cy="12756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81"/>
          <p:cNvSpPr/>
          <p:nvPr>
            <p:ph idx="9" type="pic"/>
          </p:nvPr>
        </p:nvSpPr>
        <p:spPr>
          <a:xfrm>
            <a:off x="134175" y="1297300"/>
            <a:ext cx="1256700" cy="12753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81"/>
          <p:cNvSpPr/>
          <p:nvPr>
            <p:ph idx="13" type="pic"/>
          </p:nvPr>
        </p:nvSpPr>
        <p:spPr>
          <a:xfrm>
            <a:off x="3944650" y="2583775"/>
            <a:ext cx="12612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81"/>
          <p:cNvSpPr/>
          <p:nvPr>
            <p:ph idx="14" type="pic"/>
          </p:nvPr>
        </p:nvSpPr>
        <p:spPr>
          <a:xfrm>
            <a:off x="5218725" y="1297675"/>
            <a:ext cx="1256400" cy="12762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81"/>
          <p:cNvSpPr/>
          <p:nvPr>
            <p:ph idx="15" type="pic"/>
          </p:nvPr>
        </p:nvSpPr>
        <p:spPr>
          <a:xfrm>
            <a:off x="6488125" y="2584850"/>
            <a:ext cx="1259400" cy="12741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8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81"/>
          <p:cNvSpPr txBox="1"/>
          <p:nvPr>
            <p:ph idx="16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81"/>
          <p:cNvSpPr txBox="1"/>
          <p:nvPr>
            <p:ph type="title"/>
          </p:nvPr>
        </p:nvSpPr>
        <p:spPr>
          <a:xfrm>
            <a:off x="133575" y="228600"/>
            <a:ext cx="63384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15" name="Google Shape;215;p8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81"/>
          <p:cNvCxnSpPr/>
          <p:nvPr/>
        </p:nvCxnSpPr>
        <p:spPr>
          <a:xfrm>
            <a:off x="9023250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2"/>
          <p:cNvSpPr txBox="1"/>
          <p:nvPr>
            <p:ph idx="1" type="body"/>
          </p:nvPr>
        </p:nvSpPr>
        <p:spPr>
          <a:xfrm>
            <a:off x="2673138" y="3158400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19" name="Google Shape;219;p82"/>
          <p:cNvSpPr txBox="1"/>
          <p:nvPr>
            <p:ph idx="2" type="body"/>
          </p:nvPr>
        </p:nvSpPr>
        <p:spPr>
          <a:xfrm>
            <a:off x="7749888" y="3160525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0" name="Google Shape;220;p82"/>
          <p:cNvSpPr txBox="1"/>
          <p:nvPr>
            <p:ph idx="3" type="subTitle"/>
          </p:nvPr>
        </p:nvSpPr>
        <p:spPr>
          <a:xfrm>
            <a:off x="7754025" y="2583925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1" name="Google Shape;221;p82"/>
          <p:cNvSpPr txBox="1"/>
          <p:nvPr>
            <p:ph idx="4" type="body"/>
          </p:nvPr>
        </p:nvSpPr>
        <p:spPr>
          <a:xfrm>
            <a:off x="5213563" y="3164875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2" name="Google Shape;222;p82"/>
          <p:cNvSpPr txBox="1"/>
          <p:nvPr>
            <p:ph idx="5" type="body"/>
          </p:nvPr>
        </p:nvSpPr>
        <p:spPr>
          <a:xfrm>
            <a:off x="137275" y="3175800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3" name="Google Shape;223;p82"/>
          <p:cNvSpPr txBox="1"/>
          <p:nvPr>
            <p:ph idx="6" type="subTitle"/>
          </p:nvPr>
        </p:nvSpPr>
        <p:spPr>
          <a:xfrm>
            <a:off x="137275" y="2599200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4" name="Google Shape;224;p82"/>
          <p:cNvSpPr txBox="1"/>
          <p:nvPr>
            <p:ph idx="7" type="subTitle"/>
          </p:nvPr>
        </p:nvSpPr>
        <p:spPr>
          <a:xfrm>
            <a:off x="5213563" y="2588275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82"/>
          <p:cNvSpPr txBox="1"/>
          <p:nvPr>
            <p:ph idx="8" type="subTitle"/>
          </p:nvPr>
        </p:nvSpPr>
        <p:spPr>
          <a:xfrm>
            <a:off x="2673138" y="2581800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82"/>
          <p:cNvSpPr/>
          <p:nvPr>
            <p:ph idx="9" type="pic"/>
          </p:nvPr>
        </p:nvSpPr>
        <p:spPr>
          <a:xfrm>
            <a:off x="5216500" y="1297675"/>
            <a:ext cx="1259100" cy="1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82"/>
          <p:cNvSpPr/>
          <p:nvPr>
            <p:ph idx="13" type="pic"/>
          </p:nvPr>
        </p:nvSpPr>
        <p:spPr>
          <a:xfrm>
            <a:off x="7756350" y="1296175"/>
            <a:ext cx="12591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82"/>
          <p:cNvSpPr/>
          <p:nvPr>
            <p:ph idx="14" type="pic"/>
          </p:nvPr>
        </p:nvSpPr>
        <p:spPr>
          <a:xfrm>
            <a:off x="133525" y="1294525"/>
            <a:ext cx="1261800" cy="1280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8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82"/>
          <p:cNvSpPr/>
          <p:nvPr>
            <p:ph idx="15" type="pic"/>
          </p:nvPr>
        </p:nvSpPr>
        <p:spPr>
          <a:xfrm>
            <a:off x="2673500" y="1295450"/>
            <a:ext cx="1263300" cy="1277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82"/>
          <p:cNvSpPr txBox="1"/>
          <p:nvPr>
            <p:ph type="title"/>
          </p:nvPr>
        </p:nvSpPr>
        <p:spPr>
          <a:xfrm>
            <a:off x="131875" y="228600"/>
            <a:ext cx="50760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2" name="Google Shape;232;p82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82"/>
          <p:cNvCxnSpPr/>
          <p:nvPr/>
        </p:nvCxnSpPr>
        <p:spPr>
          <a:xfrm>
            <a:off x="9018413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3"/>
          <p:cNvSpPr txBox="1"/>
          <p:nvPr>
            <p:ph type="title"/>
          </p:nvPr>
        </p:nvSpPr>
        <p:spPr>
          <a:xfrm>
            <a:off x="365098" y="204287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6" name="Google Shape;236;p83"/>
          <p:cNvSpPr txBox="1"/>
          <p:nvPr>
            <p:ph idx="2" type="title"/>
          </p:nvPr>
        </p:nvSpPr>
        <p:spPr>
          <a:xfrm>
            <a:off x="365098" y="267152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83"/>
          <p:cNvSpPr txBox="1"/>
          <p:nvPr>
            <p:ph idx="3" type="title"/>
          </p:nvPr>
        </p:nvSpPr>
        <p:spPr>
          <a:xfrm>
            <a:off x="365098" y="3313600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8" name="Google Shape;238;p83"/>
          <p:cNvSpPr txBox="1"/>
          <p:nvPr>
            <p:ph idx="4" type="title"/>
          </p:nvPr>
        </p:nvSpPr>
        <p:spPr>
          <a:xfrm>
            <a:off x="365098" y="455747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83"/>
          <p:cNvSpPr txBox="1"/>
          <p:nvPr>
            <p:ph idx="5" type="title"/>
          </p:nvPr>
        </p:nvSpPr>
        <p:spPr>
          <a:xfrm>
            <a:off x="1483100" y="269207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0" name="Google Shape;240;p83"/>
          <p:cNvSpPr txBox="1"/>
          <p:nvPr>
            <p:ph idx="6" type="title"/>
          </p:nvPr>
        </p:nvSpPr>
        <p:spPr>
          <a:xfrm>
            <a:off x="365098" y="392882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1" name="Google Shape;241;p83"/>
          <p:cNvSpPr txBox="1"/>
          <p:nvPr>
            <p:ph idx="7" type="title"/>
          </p:nvPr>
        </p:nvSpPr>
        <p:spPr>
          <a:xfrm>
            <a:off x="365098" y="1408538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2" name="Google Shape;242;p83"/>
          <p:cNvSpPr txBox="1"/>
          <p:nvPr>
            <p:ph idx="8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3" name="Google Shape;243;p83"/>
          <p:cNvSpPr txBox="1"/>
          <p:nvPr>
            <p:ph idx="9" type="title"/>
          </p:nvPr>
        </p:nvSpPr>
        <p:spPr>
          <a:xfrm>
            <a:off x="1483100" y="1429088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4" name="Google Shape;244;p83"/>
          <p:cNvSpPr txBox="1"/>
          <p:nvPr>
            <p:ph idx="13" type="title"/>
          </p:nvPr>
        </p:nvSpPr>
        <p:spPr>
          <a:xfrm>
            <a:off x="1483100" y="20634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5" name="Google Shape;245;p83"/>
          <p:cNvSpPr txBox="1"/>
          <p:nvPr>
            <p:ph idx="14" type="title"/>
          </p:nvPr>
        </p:nvSpPr>
        <p:spPr>
          <a:xfrm>
            <a:off x="1483100" y="33207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6" name="Google Shape;246;p83"/>
          <p:cNvSpPr txBox="1"/>
          <p:nvPr>
            <p:ph idx="15" type="title"/>
          </p:nvPr>
        </p:nvSpPr>
        <p:spPr>
          <a:xfrm>
            <a:off x="1483100" y="394937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7" name="Google Shape;247;p83"/>
          <p:cNvSpPr txBox="1"/>
          <p:nvPr>
            <p:ph idx="16" type="title"/>
          </p:nvPr>
        </p:nvSpPr>
        <p:spPr>
          <a:xfrm>
            <a:off x="1483100" y="45780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8" name="Google Shape;248;p8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9" name="Google Shape;249;p83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83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755300" y="-2199"/>
            <a:ext cx="1265400" cy="12882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8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84"/>
          <p:cNvSpPr txBox="1"/>
          <p:nvPr>
            <p:ph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None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5" name="Google Shape;255;p84"/>
          <p:cNvSpPr txBox="1"/>
          <p:nvPr>
            <p:ph idx="2" type="title"/>
          </p:nvPr>
        </p:nvSpPr>
        <p:spPr>
          <a:xfrm>
            <a:off x="1399375" y="2588200"/>
            <a:ext cx="50820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84"/>
          <p:cNvSpPr txBox="1"/>
          <p:nvPr>
            <p:ph idx="1" type="subTitle"/>
          </p:nvPr>
        </p:nvSpPr>
        <p:spPr>
          <a:xfrm>
            <a:off x="6561925" y="3856500"/>
            <a:ext cx="18351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57" name="Google Shape;257;p84"/>
          <p:cNvSpPr txBox="1"/>
          <p:nvPr>
            <p:ph idx="3" type="title"/>
          </p:nvPr>
        </p:nvSpPr>
        <p:spPr>
          <a:xfrm>
            <a:off x="1453924" y="228600"/>
            <a:ext cx="62361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58" name="Google Shape;258;p84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84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84"/>
          <p:cNvSpPr/>
          <p:nvPr>
            <p:ph idx="4" type="pic"/>
          </p:nvPr>
        </p:nvSpPr>
        <p:spPr>
          <a:xfrm>
            <a:off x="7756200" y="2584025"/>
            <a:ext cx="1263600" cy="1272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9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5"/>
          <p:cNvSpPr txBox="1"/>
          <p:nvPr/>
        </p:nvSpPr>
        <p:spPr>
          <a:xfrm>
            <a:off x="7752138" y="1291375"/>
            <a:ext cx="1270500" cy="12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p85"/>
          <p:cNvSpPr/>
          <p:nvPr>
            <p:ph idx="2" type="pic"/>
          </p:nvPr>
        </p:nvSpPr>
        <p:spPr>
          <a:xfrm>
            <a:off x="7977750" y="1495975"/>
            <a:ext cx="819300" cy="881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85"/>
          <p:cNvSpPr/>
          <p:nvPr>
            <p:ph idx="3" type="pic"/>
          </p:nvPr>
        </p:nvSpPr>
        <p:spPr>
          <a:xfrm>
            <a:off x="5219025" y="1297000"/>
            <a:ext cx="2528100" cy="38475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8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85"/>
          <p:cNvSpPr txBox="1"/>
          <p:nvPr>
            <p:ph type="title"/>
          </p:nvPr>
        </p:nvSpPr>
        <p:spPr>
          <a:xfrm>
            <a:off x="1453924" y="228600"/>
            <a:ext cx="61494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85"/>
          <p:cNvSpPr txBox="1"/>
          <p:nvPr>
            <p:ph idx="4"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268" name="Google Shape;268;p85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85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85"/>
          <p:cNvSpPr txBox="1"/>
          <p:nvPr>
            <p:ph idx="1" type="subTitle"/>
          </p:nvPr>
        </p:nvSpPr>
        <p:spPr>
          <a:xfrm>
            <a:off x="1399375" y="3303325"/>
            <a:ext cx="381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71" name="Google Shape;271;p85"/>
          <p:cNvSpPr txBox="1"/>
          <p:nvPr>
            <p:ph idx="5" type="subTitle"/>
          </p:nvPr>
        </p:nvSpPr>
        <p:spPr>
          <a:xfrm>
            <a:off x="1399375" y="2581675"/>
            <a:ext cx="381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tem comparison and image">
  <p:cSld name="CUSTOM_4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6"/>
          <p:cNvSpPr txBox="1"/>
          <p:nvPr>
            <p:ph idx="1" type="subTitle"/>
          </p:nvPr>
        </p:nvSpPr>
        <p:spPr>
          <a:xfrm>
            <a:off x="6486300" y="259055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p86"/>
          <p:cNvSpPr txBox="1"/>
          <p:nvPr>
            <p:ph type="title"/>
          </p:nvPr>
        </p:nvSpPr>
        <p:spPr>
          <a:xfrm>
            <a:off x="6486300" y="303920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75" name="Google Shape;275;p86"/>
          <p:cNvSpPr txBox="1"/>
          <p:nvPr>
            <p:ph idx="2" type="subTitle"/>
          </p:nvPr>
        </p:nvSpPr>
        <p:spPr>
          <a:xfrm>
            <a:off x="3939525" y="258385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86"/>
          <p:cNvSpPr txBox="1"/>
          <p:nvPr>
            <p:ph idx="3" type="title"/>
          </p:nvPr>
        </p:nvSpPr>
        <p:spPr>
          <a:xfrm>
            <a:off x="3942875" y="303920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77" name="Google Shape;277;p86"/>
          <p:cNvSpPr txBox="1"/>
          <p:nvPr>
            <p:ph idx="4" type="subTitle"/>
          </p:nvPr>
        </p:nvSpPr>
        <p:spPr>
          <a:xfrm>
            <a:off x="136200" y="1289875"/>
            <a:ext cx="38106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78" name="Google Shape;278;p86"/>
          <p:cNvSpPr txBox="1"/>
          <p:nvPr>
            <p:ph idx="5" type="title"/>
          </p:nvPr>
        </p:nvSpPr>
        <p:spPr>
          <a:xfrm>
            <a:off x="136200" y="1822150"/>
            <a:ext cx="38106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79" name="Google Shape;279;p86"/>
          <p:cNvSpPr/>
          <p:nvPr>
            <p:ph idx="6" type="pic"/>
          </p:nvPr>
        </p:nvSpPr>
        <p:spPr>
          <a:xfrm>
            <a:off x="133925" y="0"/>
            <a:ext cx="12603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8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86"/>
          <p:cNvSpPr txBox="1"/>
          <p:nvPr>
            <p:ph idx="7" type="subTitle"/>
          </p:nvPr>
        </p:nvSpPr>
        <p:spPr>
          <a:xfrm>
            <a:off x="3940875" y="22860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86"/>
          <p:cNvSpPr txBox="1"/>
          <p:nvPr>
            <p:ph idx="8" type="title"/>
          </p:nvPr>
        </p:nvSpPr>
        <p:spPr>
          <a:xfrm>
            <a:off x="3940875" y="67725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83" name="Google Shape;283;p86"/>
          <p:cNvSpPr txBox="1"/>
          <p:nvPr>
            <p:ph idx="9" type="subTitle"/>
          </p:nvPr>
        </p:nvSpPr>
        <p:spPr>
          <a:xfrm>
            <a:off x="6481000" y="22860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" name="Google Shape;284;p86"/>
          <p:cNvSpPr txBox="1"/>
          <p:nvPr>
            <p:ph idx="13" type="title"/>
          </p:nvPr>
        </p:nvSpPr>
        <p:spPr>
          <a:xfrm>
            <a:off x="6481000" y="67725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 1">
  <p:cSld name="CUSTOM_5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7"/>
          <p:cNvSpPr txBox="1"/>
          <p:nvPr>
            <p:ph idx="1" type="body"/>
          </p:nvPr>
        </p:nvSpPr>
        <p:spPr>
          <a:xfrm>
            <a:off x="285488" y="2569932"/>
            <a:ext cx="2385000" cy="19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pic>
        <p:nvPicPr>
          <p:cNvPr id="287" name="Google Shape;287;p87"/>
          <p:cNvPicPr preferRelativeResize="0"/>
          <p:nvPr/>
        </p:nvPicPr>
        <p:blipFill rotWithShape="1">
          <a:blip r:embed="rId2">
            <a:alphaModFix/>
          </a:blip>
          <a:srcRect b="0" l="0" r="30109" t="73622"/>
          <a:stretch/>
        </p:blipFill>
        <p:spPr>
          <a:xfrm rot="10800000">
            <a:off x="133300" y="4683125"/>
            <a:ext cx="2159200" cy="458401"/>
          </a:xfrm>
          <a:prstGeom prst="rect">
            <a:avLst/>
          </a:prstGeom>
          <a:gradFill>
            <a:gsLst>
              <a:gs pos="0">
                <a:srgbClr val="808978"/>
              </a:gs>
              <a:gs pos="49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288" name="Google Shape;288;p87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87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87"/>
          <p:cNvSpPr txBox="1"/>
          <p:nvPr>
            <p:ph idx="2" type="body"/>
          </p:nvPr>
        </p:nvSpPr>
        <p:spPr>
          <a:xfrm>
            <a:off x="2827113" y="2569931"/>
            <a:ext cx="2385000" cy="19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91" name="Google Shape;291;p87"/>
          <p:cNvSpPr txBox="1"/>
          <p:nvPr>
            <p:ph idx="3" type="body"/>
          </p:nvPr>
        </p:nvSpPr>
        <p:spPr>
          <a:xfrm>
            <a:off x="5368750" y="2579750"/>
            <a:ext cx="2378400" cy="19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92" name="Google Shape;292;p87"/>
          <p:cNvSpPr/>
          <p:nvPr>
            <p:ph idx="4" type="pic"/>
          </p:nvPr>
        </p:nvSpPr>
        <p:spPr>
          <a:xfrm>
            <a:off x="7752125" y="2584175"/>
            <a:ext cx="1266600" cy="2093700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8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87"/>
          <p:cNvSpPr txBox="1"/>
          <p:nvPr>
            <p:ph idx="5" type="subTitle"/>
          </p:nvPr>
        </p:nvSpPr>
        <p:spPr>
          <a:xfrm>
            <a:off x="285488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5" name="Google Shape;295;p87"/>
          <p:cNvSpPr txBox="1"/>
          <p:nvPr>
            <p:ph idx="6" type="subTitle"/>
          </p:nvPr>
        </p:nvSpPr>
        <p:spPr>
          <a:xfrm>
            <a:off x="2827113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6" name="Google Shape;296;p87"/>
          <p:cNvSpPr txBox="1"/>
          <p:nvPr>
            <p:ph idx="7" type="subTitle"/>
          </p:nvPr>
        </p:nvSpPr>
        <p:spPr>
          <a:xfrm>
            <a:off x="5368738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7" name="Google Shape;297;p87"/>
          <p:cNvSpPr txBox="1"/>
          <p:nvPr>
            <p:ph idx="8" type="subTitle"/>
          </p:nvPr>
        </p:nvSpPr>
        <p:spPr>
          <a:xfrm>
            <a:off x="407700" y="1388800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98" name="Google Shape;298;p87"/>
          <p:cNvSpPr txBox="1"/>
          <p:nvPr>
            <p:ph idx="9" type="subTitle"/>
          </p:nvPr>
        </p:nvSpPr>
        <p:spPr>
          <a:xfrm>
            <a:off x="2952363" y="1399625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99" name="Google Shape;299;p87"/>
          <p:cNvSpPr txBox="1"/>
          <p:nvPr>
            <p:ph idx="13" type="subTitle"/>
          </p:nvPr>
        </p:nvSpPr>
        <p:spPr>
          <a:xfrm>
            <a:off x="5497038" y="1399625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0" name="Google Shape;300;p87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_6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8"/>
          <p:cNvSpPr txBox="1"/>
          <p:nvPr>
            <p:ph idx="1" type="subTitle"/>
          </p:nvPr>
        </p:nvSpPr>
        <p:spPr>
          <a:xfrm>
            <a:off x="2679700" y="1295400"/>
            <a:ext cx="3801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88"/>
          <p:cNvSpPr txBox="1"/>
          <p:nvPr>
            <p:ph idx="2" type="body"/>
          </p:nvPr>
        </p:nvSpPr>
        <p:spPr>
          <a:xfrm>
            <a:off x="2679700" y="1744013"/>
            <a:ext cx="25332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4" name="Google Shape;304;p88"/>
          <p:cNvSpPr txBox="1"/>
          <p:nvPr>
            <p:ph idx="3" type="subTitle"/>
          </p:nvPr>
        </p:nvSpPr>
        <p:spPr>
          <a:xfrm>
            <a:off x="139700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5" name="Google Shape;305;p88"/>
          <p:cNvSpPr txBox="1"/>
          <p:nvPr>
            <p:ph idx="4" type="body"/>
          </p:nvPr>
        </p:nvSpPr>
        <p:spPr>
          <a:xfrm>
            <a:off x="139700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6" name="Google Shape;306;p88"/>
          <p:cNvSpPr txBox="1"/>
          <p:nvPr>
            <p:ph idx="5" type="subTitle"/>
          </p:nvPr>
        </p:nvSpPr>
        <p:spPr>
          <a:xfrm>
            <a:off x="2677600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7" name="Google Shape;307;p88"/>
          <p:cNvSpPr txBox="1"/>
          <p:nvPr>
            <p:ph idx="6" type="body"/>
          </p:nvPr>
        </p:nvSpPr>
        <p:spPr>
          <a:xfrm>
            <a:off x="2677600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8" name="Google Shape;308;p88"/>
          <p:cNvSpPr txBox="1"/>
          <p:nvPr>
            <p:ph idx="7" type="subTitle"/>
          </p:nvPr>
        </p:nvSpPr>
        <p:spPr>
          <a:xfrm>
            <a:off x="5210575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9" name="Google Shape;309;p88"/>
          <p:cNvSpPr txBox="1"/>
          <p:nvPr>
            <p:ph idx="8" type="body"/>
          </p:nvPr>
        </p:nvSpPr>
        <p:spPr>
          <a:xfrm>
            <a:off x="5210575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0" name="Google Shape;310;p8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88"/>
          <p:cNvSpPr/>
          <p:nvPr>
            <p:ph idx="9" type="pic"/>
          </p:nvPr>
        </p:nvSpPr>
        <p:spPr>
          <a:xfrm>
            <a:off x="133525" y="1298275"/>
            <a:ext cx="2531400" cy="12780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88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10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9"/>
          <p:cNvSpPr txBox="1"/>
          <p:nvPr>
            <p:ph idx="1" type="body"/>
          </p:nvPr>
        </p:nvSpPr>
        <p:spPr>
          <a:xfrm>
            <a:off x="13495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5" name="Google Shape;315;p89"/>
          <p:cNvSpPr txBox="1"/>
          <p:nvPr>
            <p:ph idx="2" type="body"/>
          </p:nvPr>
        </p:nvSpPr>
        <p:spPr>
          <a:xfrm>
            <a:off x="521590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6" name="Google Shape;316;p89"/>
          <p:cNvSpPr txBox="1"/>
          <p:nvPr>
            <p:ph idx="3" type="body"/>
          </p:nvPr>
        </p:nvSpPr>
        <p:spPr>
          <a:xfrm>
            <a:off x="2677225" y="1811100"/>
            <a:ext cx="25251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7" name="Google Shape;317;p89"/>
          <p:cNvSpPr txBox="1"/>
          <p:nvPr>
            <p:ph idx="4" type="body"/>
          </p:nvPr>
        </p:nvSpPr>
        <p:spPr>
          <a:xfrm>
            <a:off x="267760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8" name="Google Shape;318;p89"/>
          <p:cNvSpPr txBox="1"/>
          <p:nvPr>
            <p:ph idx="5" type="subTitle"/>
          </p:nvPr>
        </p:nvSpPr>
        <p:spPr>
          <a:xfrm>
            <a:off x="267280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19" name="Google Shape;319;p89"/>
          <p:cNvSpPr txBox="1"/>
          <p:nvPr>
            <p:ph idx="6" type="subTitle"/>
          </p:nvPr>
        </p:nvSpPr>
        <p:spPr>
          <a:xfrm>
            <a:off x="267280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20" name="Google Shape;320;p8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89"/>
          <p:cNvSpPr txBox="1"/>
          <p:nvPr>
            <p:ph idx="7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2" name="Google Shape;322;p89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89"/>
          <p:cNvSpPr/>
          <p:nvPr>
            <p:ph idx="8" type="pic"/>
          </p:nvPr>
        </p:nvSpPr>
        <p:spPr>
          <a:xfrm>
            <a:off x="134350" y="1295850"/>
            <a:ext cx="2529300" cy="12774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89"/>
          <p:cNvSpPr txBox="1"/>
          <p:nvPr>
            <p:ph idx="9" type="subTitle"/>
          </p:nvPr>
        </p:nvSpPr>
        <p:spPr>
          <a:xfrm>
            <a:off x="5211100" y="1295400"/>
            <a:ext cx="25383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89"/>
          <p:cNvSpPr txBox="1"/>
          <p:nvPr>
            <p:ph idx="13" type="subTitle"/>
          </p:nvPr>
        </p:nvSpPr>
        <p:spPr>
          <a:xfrm>
            <a:off x="2672800" y="12954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89"/>
          <p:cNvSpPr txBox="1"/>
          <p:nvPr>
            <p:ph idx="14" type="subTitle"/>
          </p:nvPr>
        </p:nvSpPr>
        <p:spPr>
          <a:xfrm>
            <a:off x="267280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89"/>
          <p:cNvSpPr txBox="1"/>
          <p:nvPr>
            <p:ph idx="15" type="subTitle"/>
          </p:nvPr>
        </p:nvSpPr>
        <p:spPr>
          <a:xfrm>
            <a:off x="13015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89"/>
          <p:cNvSpPr txBox="1"/>
          <p:nvPr>
            <p:ph idx="16" type="subTitle"/>
          </p:nvPr>
        </p:nvSpPr>
        <p:spPr>
          <a:xfrm>
            <a:off x="521110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9" name="Google Shape;329;p89"/>
          <p:cNvSpPr txBox="1"/>
          <p:nvPr>
            <p:ph idx="17" type="subTitle"/>
          </p:nvPr>
        </p:nvSpPr>
        <p:spPr>
          <a:xfrm>
            <a:off x="13970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0" name="Google Shape;330;p89"/>
          <p:cNvSpPr txBox="1"/>
          <p:nvPr>
            <p:ph idx="18" type="subTitle"/>
          </p:nvPr>
        </p:nvSpPr>
        <p:spPr>
          <a:xfrm>
            <a:off x="13970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1" name="Google Shape;331;p89"/>
          <p:cNvSpPr txBox="1"/>
          <p:nvPr>
            <p:ph idx="19" type="subTitle"/>
          </p:nvPr>
        </p:nvSpPr>
        <p:spPr>
          <a:xfrm>
            <a:off x="522025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2" name="Google Shape;332;p89"/>
          <p:cNvSpPr txBox="1"/>
          <p:nvPr>
            <p:ph idx="20" type="subTitle"/>
          </p:nvPr>
        </p:nvSpPr>
        <p:spPr>
          <a:xfrm>
            <a:off x="522025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_12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6802699" y="3851249"/>
            <a:ext cx="1292251" cy="129225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90"/>
          <p:cNvSpPr txBox="1"/>
          <p:nvPr>
            <p:ph idx="1" type="subTitle"/>
          </p:nvPr>
        </p:nvSpPr>
        <p:spPr>
          <a:xfrm>
            <a:off x="5372900" y="4200925"/>
            <a:ext cx="1429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90"/>
          <p:cNvSpPr txBox="1"/>
          <p:nvPr>
            <p:ph idx="2" type="subTitle"/>
          </p:nvPr>
        </p:nvSpPr>
        <p:spPr>
          <a:xfrm>
            <a:off x="5372900" y="4504718"/>
            <a:ext cx="14298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90"/>
          <p:cNvSpPr txBox="1"/>
          <p:nvPr>
            <p:ph idx="3" type="subTitle"/>
          </p:nvPr>
        </p:nvSpPr>
        <p:spPr>
          <a:xfrm>
            <a:off x="5372900" y="170855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8" name="Google Shape;338;p90"/>
          <p:cNvSpPr txBox="1"/>
          <p:nvPr>
            <p:ph idx="4" type="subTitle"/>
          </p:nvPr>
        </p:nvSpPr>
        <p:spPr>
          <a:xfrm>
            <a:off x="5372900" y="2060150"/>
            <a:ext cx="15975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9" name="Google Shape;339;p90"/>
          <p:cNvSpPr txBox="1"/>
          <p:nvPr>
            <p:ph idx="5" type="subTitle"/>
          </p:nvPr>
        </p:nvSpPr>
        <p:spPr>
          <a:xfrm>
            <a:off x="6953375" y="170855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90"/>
          <p:cNvSpPr txBox="1"/>
          <p:nvPr>
            <p:ph idx="6" type="subTitle"/>
          </p:nvPr>
        </p:nvSpPr>
        <p:spPr>
          <a:xfrm>
            <a:off x="6953375" y="2060150"/>
            <a:ext cx="15975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41" name="Google Shape;341;p90"/>
          <p:cNvCxnSpPr/>
          <p:nvPr/>
        </p:nvCxnSpPr>
        <p:spPr>
          <a:xfrm>
            <a:off x="902325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90"/>
          <p:cNvCxnSpPr/>
          <p:nvPr/>
        </p:nvCxnSpPr>
        <p:spPr>
          <a:xfrm>
            <a:off x="11880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90"/>
          <p:cNvSpPr txBox="1"/>
          <p:nvPr>
            <p:ph idx="7" type="subTitle"/>
          </p:nvPr>
        </p:nvSpPr>
        <p:spPr>
          <a:xfrm>
            <a:off x="5372900" y="17420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p90"/>
          <p:cNvSpPr txBox="1"/>
          <p:nvPr>
            <p:ph idx="8" type="subTitle"/>
          </p:nvPr>
        </p:nvSpPr>
        <p:spPr>
          <a:xfrm>
            <a:off x="139700" y="1653090"/>
            <a:ext cx="36555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45" name="Google Shape;345;p9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90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7" name="Google Shape;347;p90"/>
          <p:cNvSpPr txBox="1"/>
          <p:nvPr>
            <p:ph idx="9" type="subTitle"/>
          </p:nvPr>
        </p:nvSpPr>
        <p:spPr>
          <a:xfrm>
            <a:off x="5372900" y="525800"/>
            <a:ext cx="15975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8" name="Google Shape;348;p90"/>
          <p:cNvSpPr txBox="1"/>
          <p:nvPr>
            <p:ph idx="13" type="subTitle"/>
          </p:nvPr>
        </p:nvSpPr>
        <p:spPr>
          <a:xfrm>
            <a:off x="6953375" y="17420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9" name="Google Shape;349;p90"/>
          <p:cNvSpPr txBox="1"/>
          <p:nvPr>
            <p:ph idx="14" type="subTitle"/>
          </p:nvPr>
        </p:nvSpPr>
        <p:spPr>
          <a:xfrm>
            <a:off x="6953375" y="525800"/>
            <a:ext cx="15975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0" name="Google Shape;350;p90"/>
          <p:cNvSpPr txBox="1"/>
          <p:nvPr>
            <p:ph idx="15" type="subTitle"/>
          </p:nvPr>
        </p:nvSpPr>
        <p:spPr>
          <a:xfrm>
            <a:off x="6970400" y="4200925"/>
            <a:ext cx="1429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3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1"/>
          <p:cNvSpPr/>
          <p:nvPr>
            <p:ph idx="2" type="pic"/>
          </p:nvPr>
        </p:nvSpPr>
        <p:spPr>
          <a:xfrm>
            <a:off x="775435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91"/>
          <p:cNvSpPr/>
          <p:nvPr>
            <p:ph idx="3" type="pic"/>
          </p:nvPr>
        </p:nvSpPr>
        <p:spPr>
          <a:xfrm>
            <a:off x="521230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9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9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91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91"/>
          <p:cNvCxnSpPr/>
          <p:nvPr/>
        </p:nvCxnSpPr>
        <p:spPr>
          <a:xfrm>
            <a:off x="9020977" y="1291063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91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91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0" name="Google Shape;360;p91"/>
          <p:cNvSpPr txBox="1"/>
          <p:nvPr>
            <p:ph idx="4" type="title"/>
          </p:nvPr>
        </p:nvSpPr>
        <p:spPr>
          <a:xfrm>
            <a:off x="139700" y="12940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1" name="Google Shape;361;p91"/>
          <p:cNvSpPr txBox="1"/>
          <p:nvPr>
            <p:ph idx="5" type="title"/>
          </p:nvPr>
        </p:nvSpPr>
        <p:spPr>
          <a:xfrm>
            <a:off x="139700" y="18092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2" name="Google Shape;362;p91"/>
          <p:cNvSpPr txBox="1"/>
          <p:nvPr>
            <p:ph idx="6" type="title"/>
          </p:nvPr>
        </p:nvSpPr>
        <p:spPr>
          <a:xfrm>
            <a:off x="139700" y="25844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3" name="Google Shape;363;p91"/>
          <p:cNvSpPr txBox="1"/>
          <p:nvPr>
            <p:ph idx="7" type="title"/>
          </p:nvPr>
        </p:nvSpPr>
        <p:spPr>
          <a:xfrm>
            <a:off x="139700" y="30996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4" name="Google Shape;364;p91"/>
          <p:cNvSpPr txBox="1"/>
          <p:nvPr>
            <p:ph idx="8" type="title"/>
          </p:nvPr>
        </p:nvSpPr>
        <p:spPr>
          <a:xfrm>
            <a:off x="139700" y="38748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5" name="Google Shape;365;p91"/>
          <p:cNvSpPr txBox="1"/>
          <p:nvPr>
            <p:ph idx="9" type="title"/>
          </p:nvPr>
        </p:nvSpPr>
        <p:spPr>
          <a:xfrm>
            <a:off x="139700" y="43900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7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92"/>
          <p:cNvPicPr preferRelativeResize="0"/>
          <p:nvPr/>
        </p:nvPicPr>
        <p:blipFill rotWithShape="1">
          <a:blip r:embed="rId2">
            <a:alphaModFix/>
          </a:blip>
          <a:srcRect b="13328" l="0" r="0" t="10503"/>
          <a:stretch/>
        </p:blipFill>
        <p:spPr>
          <a:xfrm rot="10800000">
            <a:off x="135149" y="1285126"/>
            <a:ext cx="5075876" cy="3866199"/>
          </a:xfrm>
          <a:prstGeom prst="rect">
            <a:avLst/>
          </a:prstGeom>
          <a:noFill/>
          <a:ln>
            <a:noFill/>
          </a:ln>
        </p:spPr>
      </p:pic>
      <p:sp>
        <p:nvSpPr>
          <p:cNvPr descr="A solid green color" id="368" name="Google Shape;368;p92"/>
          <p:cNvSpPr/>
          <p:nvPr/>
        </p:nvSpPr>
        <p:spPr>
          <a:xfrm>
            <a:off x="135138" y="900"/>
            <a:ext cx="1257900" cy="128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descr="A solid blue color" id="369" name="Google Shape;369;p92"/>
          <p:cNvSpPr/>
          <p:nvPr/>
        </p:nvSpPr>
        <p:spPr>
          <a:xfrm>
            <a:off x="5218975" y="-1050"/>
            <a:ext cx="1257900" cy="1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p9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92"/>
          <p:cNvSpPr txBox="1"/>
          <p:nvPr>
            <p:ph type="title"/>
          </p:nvPr>
        </p:nvSpPr>
        <p:spPr>
          <a:xfrm>
            <a:off x="128875" y="1666875"/>
            <a:ext cx="4922400" cy="324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2" name="Google Shape;372;p92"/>
          <p:cNvSpPr txBox="1"/>
          <p:nvPr>
            <p:ph idx="1" type="subTitle"/>
          </p:nvPr>
        </p:nvSpPr>
        <p:spPr>
          <a:xfrm>
            <a:off x="5305200" y="2579575"/>
            <a:ext cx="3596700" cy="12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73" name="Google Shape;373;p92"/>
          <p:cNvSpPr txBox="1"/>
          <p:nvPr>
            <p:ph idx="2" type="subTitle"/>
          </p:nvPr>
        </p:nvSpPr>
        <p:spPr>
          <a:xfrm>
            <a:off x="5305225" y="3861475"/>
            <a:ext cx="35967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74" name="Google Shape;374;p92"/>
          <p:cNvSpPr/>
          <p:nvPr>
            <p:ph idx="3" type="pic"/>
          </p:nvPr>
        </p:nvSpPr>
        <p:spPr>
          <a:xfrm>
            <a:off x="7757975" y="1297450"/>
            <a:ext cx="1259700" cy="1275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75" name="Google Shape;375;p92"/>
          <p:cNvGrpSpPr/>
          <p:nvPr/>
        </p:nvGrpSpPr>
        <p:grpSpPr>
          <a:xfrm>
            <a:off x="128875" y="0"/>
            <a:ext cx="8894550" cy="5152800"/>
            <a:chOff x="128875" y="0"/>
            <a:chExt cx="8894550" cy="5152800"/>
          </a:xfrm>
        </p:grpSpPr>
        <p:cxnSp>
          <p:nvCxnSpPr>
            <p:cNvPr id="376" name="Google Shape;376;p92"/>
            <p:cNvCxnSpPr/>
            <p:nvPr/>
          </p:nvCxnSpPr>
          <p:spPr>
            <a:xfrm>
              <a:off x="6480997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7" name="Google Shape;377;p92"/>
            <p:cNvCxnSpPr/>
            <p:nvPr/>
          </p:nvCxnSpPr>
          <p:spPr>
            <a:xfrm>
              <a:off x="7752136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8" name="Google Shape;378;p92"/>
            <p:cNvCxnSpPr/>
            <p:nvPr/>
          </p:nvCxnSpPr>
          <p:spPr>
            <a:xfrm>
              <a:off x="5213125" y="2579575"/>
              <a:ext cx="3810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9" name="Google Shape;379;p92"/>
            <p:cNvCxnSpPr/>
            <p:nvPr/>
          </p:nvCxnSpPr>
          <p:spPr>
            <a:xfrm>
              <a:off x="5212100" y="1075"/>
              <a:ext cx="0" cy="513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0" name="Google Shape;380;p92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1" name="Google Shape;381;p92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2" name="Google Shape;382;p92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3" name="Google Shape;383;p92"/>
            <p:cNvCxnSpPr/>
            <p:nvPr/>
          </p:nvCxnSpPr>
          <p:spPr>
            <a:xfrm>
              <a:off x="128875" y="0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4" name="Google Shape;384;p92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5" name="Google Shape;385;p92"/>
            <p:cNvCxnSpPr/>
            <p:nvPr/>
          </p:nvCxnSpPr>
          <p:spPr>
            <a:xfrm>
              <a:off x="128875" y="12913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2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93"/>
          <p:cNvPicPr preferRelativeResize="0"/>
          <p:nvPr/>
        </p:nvPicPr>
        <p:blipFill rotWithShape="1">
          <a:blip r:embed="rId2">
            <a:alphaModFix/>
          </a:blip>
          <a:srcRect b="0" l="-14115" r="0" t="239"/>
          <a:stretch/>
        </p:blipFill>
        <p:spPr>
          <a:xfrm rot="-5400000">
            <a:off x="7090639" y="651563"/>
            <a:ext cx="2584673" cy="127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93"/>
          <p:cNvSpPr/>
          <p:nvPr>
            <p:ph idx="2" type="pic"/>
          </p:nvPr>
        </p:nvSpPr>
        <p:spPr>
          <a:xfrm>
            <a:off x="125900" y="-5250"/>
            <a:ext cx="3826500" cy="258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93"/>
          <p:cNvSpPr/>
          <p:nvPr>
            <p:ph idx="3" type="pic"/>
          </p:nvPr>
        </p:nvSpPr>
        <p:spPr>
          <a:xfrm>
            <a:off x="7756975" y="3876725"/>
            <a:ext cx="1261500" cy="126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93"/>
          <p:cNvSpPr txBox="1"/>
          <p:nvPr>
            <p:ph type="title"/>
          </p:nvPr>
        </p:nvSpPr>
        <p:spPr>
          <a:xfrm>
            <a:off x="125900" y="2579575"/>
            <a:ext cx="63552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391" name="Google Shape;391;p93"/>
          <p:cNvGrpSpPr/>
          <p:nvPr/>
        </p:nvGrpSpPr>
        <p:grpSpPr>
          <a:xfrm>
            <a:off x="128875" y="-1950"/>
            <a:ext cx="8894675" cy="5146650"/>
            <a:chOff x="128875" y="-1950"/>
            <a:chExt cx="8894675" cy="5146650"/>
          </a:xfrm>
        </p:grpSpPr>
        <p:cxnSp>
          <p:nvCxnSpPr>
            <p:cNvPr id="392" name="Google Shape;392;p93"/>
            <p:cNvCxnSpPr/>
            <p:nvPr/>
          </p:nvCxnSpPr>
          <p:spPr>
            <a:xfrm>
              <a:off x="77521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3" name="Google Shape;393;p93"/>
            <p:cNvCxnSpPr/>
            <p:nvPr/>
          </p:nvCxnSpPr>
          <p:spPr>
            <a:xfrm>
              <a:off x="5212100" y="-8"/>
              <a:ext cx="0" cy="1287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4" name="Google Shape;394;p93"/>
            <p:cNvCxnSpPr/>
            <p:nvPr/>
          </p:nvCxnSpPr>
          <p:spPr>
            <a:xfrm>
              <a:off x="3950538" y="-1950"/>
              <a:ext cx="0" cy="257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5" name="Google Shape;395;p93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6" name="Google Shape;396;p93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7" name="Google Shape;397;p93"/>
            <p:cNvCxnSpPr/>
            <p:nvPr/>
          </p:nvCxnSpPr>
          <p:spPr>
            <a:xfrm flipH="1" rot="10800000">
              <a:off x="3953100" y="1284725"/>
              <a:ext cx="3796800" cy="6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8" name="Google Shape;398;p93"/>
            <p:cNvCxnSpPr/>
            <p:nvPr/>
          </p:nvCxnSpPr>
          <p:spPr>
            <a:xfrm>
              <a:off x="7753950" y="3875875"/>
              <a:ext cx="1269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9" name="Google Shape;399;p93"/>
            <p:cNvCxnSpPr/>
            <p:nvPr/>
          </p:nvCxnSpPr>
          <p:spPr>
            <a:xfrm>
              <a:off x="6481000" y="-1125"/>
              <a:ext cx="0" cy="128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0" name="Google Shape;400;p93"/>
            <p:cNvCxnSpPr/>
            <p:nvPr/>
          </p:nvCxnSpPr>
          <p:spPr>
            <a:xfrm>
              <a:off x="143975" y="2579575"/>
              <a:ext cx="8876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304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2">
  <p:cSld name="BLANK_1_1_1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94"/>
          <p:cNvPicPr preferRelativeResize="0"/>
          <p:nvPr/>
        </p:nvPicPr>
        <p:blipFill rotWithShape="1">
          <a:blip r:embed="rId2">
            <a:alphaModFix/>
          </a:blip>
          <a:srcRect b="0" l="1088" r="0" t="0"/>
          <a:stretch/>
        </p:blipFill>
        <p:spPr>
          <a:xfrm>
            <a:off x="128875" y="-6275"/>
            <a:ext cx="90442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94"/>
          <p:cNvSpPr txBox="1"/>
          <p:nvPr>
            <p:ph idx="1" type="subTitle"/>
          </p:nvPr>
        </p:nvSpPr>
        <p:spPr>
          <a:xfrm>
            <a:off x="128875" y="-450"/>
            <a:ext cx="25410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04" name="Google Shape;404;p94"/>
          <p:cNvSpPr txBox="1"/>
          <p:nvPr>
            <p:ph type="title"/>
          </p:nvPr>
        </p:nvSpPr>
        <p:spPr>
          <a:xfrm>
            <a:off x="128125" y="2579575"/>
            <a:ext cx="53469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05" name="Google Shape;405;p9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94"/>
          <p:cNvSpPr/>
          <p:nvPr>
            <p:ph idx="2" type="pic"/>
          </p:nvPr>
        </p:nvSpPr>
        <p:spPr>
          <a:xfrm>
            <a:off x="2673625" y="-3975"/>
            <a:ext cx="1261800" cy="12918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94"/>
          <p:cNvSpPr/>
          <p:nvPr>
            <p:ph idx="3" type="pic"/>
          </p:nvPr>
        </p:nvSpPr>
        <p:spPr>
          <a:xfrm>
            <a:off x="7752125" y="-2225"/>
            <a:ext cx="1264500" cy="38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08" name="Google Shape;408;p94"/>
          <p:cNvGrpSpPr/>
          <p:nvPr/>
        </p:nvGrpSpPr>
        <p:grpSpPr>
          <a:xfrm>
            <a:off x="128875" y="-3350"/>
            <a:ext cx="8890817" cy="5151000"/>
            <a:chOff x="128875" y="-3350"/>
            <a:chExt cx="8894375" cy="5151000"/>
          </a:xfrm>
        </p:grpSpPr>
        <p:cxnSp>
          <p:nvCxnSpPr>
            <p:cNvPr id="409" name="Google Shape;409;p94"/>
            <p:cNvCxnSpPr/>
            <p:nvPr/>
          </p:nvCxnSpPr>
          <p:spPr>
            <a:xfrm>
              <a:off x="6481000" y="-1125"/>
              <a:ext cx="0" cy="5145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0" name="Google Shape;410;p94"/>
            <p:cNvCxnSpPr/>
            <p:nvPr/>
          </p:nvCxnSpPr>
          <p:spPr>
            <a:xfrm>
              <a:off x="7752125" y="-3350"/>
              <a:ext cx="0" cy="5151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1" name="Google Shape;411;p94"/>
            <p:cNvCxnSpPr/>
            <p:nvPr/>
          </p:nvCxnSpPr>
          <p:spPr>
            <a:xfrm>
              <a:off x="6483092" y="3861475"/>
              <a:ext cx="253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2" name="Google Shape;412;p94"/>
            <p:cNvCxnSpPr/>
            <p:nvPr/>
          </p:nvCxnSpPr>
          <p:spPr>
            <a:xfrm>
              <a:off x="6484267" y="2579575"/>
              <a:ext cx="1268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3" name="Google Shape;413;p94"/>
            <p:cNvCxnSpPr/>
            <p:nvPr/>
          </p:nvCxnSpPr>
          <p:spPr>
            <a:xfrm>
              <a:off x="5212108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4" name="Google Shape;414;p94"/>
            <p:cNvCxnSpPr/>
            <p:nvPr/>
          </p:nvCxnSpPr>
          <p:spPr>
            <a:xfrm>
              <a:off x="3940162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5" name="Google Shape;415;p94"/>
            <p:cNvCxnSpPr/>
            <p:nvPr/>
          </p:nvCxnSpPr>
          <p:spPr>
            <a:xfrm>
              <a:off x="2669741" y="-1225"/>
              <a:ext cx="0" cy="12918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6" name="Google Shape;416;p94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7" name="Google Shape;417;p94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8" name="Google Shape;418;p94"/>
            <p:cNvCxnSpPr/>
            <p:nvPr/>
          </p:nvCxnSpPr>
          <p:spPr>
            <a:xfrm>
              <a:off x="128875" y="1291375"/>
              <a:ext cx="7626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21" name="Google Shape;421;p9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9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6" name="Google Shape;426;p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9" name="Google Shape;429;p9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0" name="Google Shape;430;p9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0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35" name="Google Shape;435;p10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0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0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40" name="Google Shape;440;p10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1" name="Google Shape;441;p10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0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0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/>
        </p:txBody>
      </p:sp>
      <p:sp>
        <p:nvSpPr>
          <p:cNvPr id="446" name="Google Shape;446;p10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0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10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1" name="Google Shape;451;p10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2" name="Google Shape;452;p10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3" name="Google Shape;453;p10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4" name="Google Shape;454;p10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10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0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8" name="Google Shape;458;p10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9" name="Google Shape;459;p10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0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62" name="Google Shape;462;p10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3" name="Google Shape;463;p10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10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5" name="Google Shape;465;p10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0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8" name="Google Shape;468;p10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9" name="Google Shape;469;p10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70" name="Google Shape;470;p10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10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10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10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1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6" name="Google Shape;476;p11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7" name="Google Shape;477;p11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8" name="Google Shape;478;p11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9" name="Google Shape;479;p11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80" name="Google Shape;480;p11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1" name="Google Shape;481;p11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2" name="Google Shape;482;p11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3" name="Google Shape;483;p11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6" name="Google Shape;486;p11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1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9" name="Google Shape;489;p11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11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11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2" name="Google Shape;492;p1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3" name="Google Shape;493;p11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11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1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7" name="Google Shape;497;p11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11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11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0" name="Google Shape;500;p11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11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2" name="Google Shape;502;p1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3" name="Google Shape;503;p11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4" name="Google Shape;504;p11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5" name="Google Shape;505;p11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1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1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11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11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11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11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11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11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6" name="Google Shape;516;p11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11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11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66"/>
          <p:cNvSpPr txBox="1"/>
          <p:nvPr>
            <p:ph idx="1" type="body"/>
          </p:nvPr>
        </p:nvSpPr>
        <p:spPr>
          <a:xfrm>
            <a:off x="128875" y="1291375"/>
            <a:ext cx="3811200" cy="28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" name="Google Shape;8;p66"/>
          <p:cNvSpPr txBox="1"/>
          <p:nvPr>
            <p:ph type="title"/>
          </p:nvPr>
        </p:nvSpPr>
        <p:spPr>
          <a:xfrm>
            <a:off x="1293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" name="Google Shape;9;p66"/>
          <p:cNvSpPr txBox="1"/>
          <p:nvPr>
            <p:ph idx="2" type="body"/>
          </p:nvPr>
        </p:nvSpPr>
        <p:spPr>
          <a:xfrm>
            <a:off x="4485075" y="1479525"/>
            <a:ext cx="3849900" cy="26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84">
          <p15:clr>
            <a:srgbClr val="E46962"/>
          </p15:clr>
        </p15:guide>
        <p15:guide id="2" pos="81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881">
          <p15:clr>
            <a:srgbClr val="E46962"/>
          </p15:clr>
        </p15:guide>
        <p15:guide id="6" pos="1682">
          <p15:clr>
            <a:srgbClr val="E46962"/>
          </p15:clr>
        </p15:guide>
        <p15:guide id="7" pos="4083">
          <p15:clr>
            <a:srgbClr val="E46962"/>
          </p15:clr>
        </p15:guide>
        <p15:guide id="8" pos="4883">
          <p15:clr>
            <a:srgbClr val="E46962"/>
          </p15:clr>
        </p15:guide>
        <p15:guide id="9" pos="3283">
          <p15:clr>
            <a:srgbClr val="E46962"/>
          </p15:clr>
        </p15:guide>
        <p15:guide id="10" pos="2482">
          <p15:clr>
            <a:srgbClr val="E46962"/>
          </p15:clr>
        </p15:guide>
        <p15:guide id="11" orient="horz" pos="288">
          <p15:clr>
            <a:srgbClr val="E46962"/>
          </p15:clr>
        </p15:guide>
        <p15:guide id="12" orient="horz" pos="2950">
          <p15:clr>
            <a:srgbClr val="E46962"/>
          </p15:clr>
        </p15:guide>
        <p15:guide id="13" orient="horz" pos="1625">
          <p15:clr>
            <a:srgbClr val="E46962"/>
          </p15:clr>
        </p15:guide>
        <p15:guide id="14" orient="horz" pos="2432">
          <p15:clr>
            <a:srgbClr val="E46962"/>
          </p15:clr>
        </p15:guide>
        <p15:guide id="15" orient="horz" pos="813">
          <p15:clr>
            <a:srgbClr val="E46962"/>
          </p15:clr>
        </p15:guide>
        <p15:guide id="16" pos="179">
          <p15:clr>
            <a:srgbClr val="E46962"/>
          </p15:clr>
        </p15:guide>
        <p15:guide id="17" pos="1782">
          <p15:clr>
            <a:srgbClr val="E46962"/>
          </p15:clr>
        </p15:guide>
        <p15:guide id="18" pos="338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AlaTooMirlanNurbekov/A004_Basics_of_Algorithmization_and_Programming/tree/main/0002_codes/A0011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1" title="Algorithms-programs-and-programming-languages-Source-shutterstockco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910" r="16901" t="0"/>
          <a:stretch/>
        </p:blipFill>
        <p:spPr>
          <a:xfrm>
            <a:off x="5959150" y="2579575"/>
            <a:ext cx="1792975" cy="17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"/>
          <p:cNvSpPr txBox="1"/>
          <p:nvPr>
            <p:ph type="title"/>
          </p:nvPr>
        </p:nvSpPr>
        <p:spPr>
          <a:xfrm>
            <a:off x="0" y="540200"/>
            <a:ext cx="7380600" cy="245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Basics of Algorithmization and Program</a:t>
            </a:r>
            <a:endParaRPr/>
          </a:p>
        </p:txBody>
      </p:sp>
      <p:sp>
        <p:nvSpPr>
          <p:cNvPr id="525" name="Google Shape;525;p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6" name="Google Shape;526;p1" title="PI_2017.02.08_Algorithms_featured.pn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33869" l="25383" r="42468" t="0"/>
          <a:stretch/>
        </p:blipFill>
        <p:spPr>
          <a:xfrm>
            <a:off x="7752125" y="3861475"/>
            <a:ext cx="1171475" cy="12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"/>
          <p:cNvSpPr txBox="1"/>
          <p:nvPr>
            <p:ph idx="1" type="subTitle"/>
          </p:nvPr>
        </p:nvSpPr>
        <p:spPr>
          <a:xfrm>
            <a:off x="128875" y="3861475"/>
            <a:ext cx="52440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&amp; Presented by: Mirlan Nurbekov, Lecturer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Office hours: Friday 8:00–17:00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AlaToo IT &amp; Business College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Fall 2025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p1" title="College_logo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950" y="892900"/>
            <a:ext cx="1502350" cy="15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4" name="Google Shape;534;p3"/>
          <p:cNvSpPr txBox="1"/>
          <p:nvPr>
            <p:ph type="title"/>
          </p:nvPr>
        </p:nvSpPr>
        <p:spPr>
          <a:xfrm>
            <a:off x="471675" y="457200"/>
            <a:ext cx="7380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600"/>
              <a:t>Activity lab 0011</a:t>
            </a:r>
            <a:endParaRPr sz="3600"/>
          </a:p>
        </p:txBody>
      </p:sp>
      <p:sp>
        <p:nvSpPr>
          <p:cNvPr id="535" name="Google Shape;535;p3"/>
          <p:cNvSpPr txBox="1"/>
          <p:nvPr>
            <p:ph type="title"/>
          </p:nvPr>
        </p:nvSpPr>
        <p:spPr>
          <a:xfrm>
            <a:off x="363825" y="3524250"/>
            <a:ext cx="86595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Today I’ll walk you through the 5 lab tasks you were supposed to solve. We’ll look at my solutions, discuss the algorithms, and understand why each technique is used.</a:t>
            </a:r>
            <a:endParaRPr/>
          </a:p>
        </p:txBody>
      </p:sp>
      <p:pic>
        <p:nvPicPr>
          <p:cNvPr id="536" name="Google Shape;53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5950" y="1167762"/>
            <a:ext cx="3493974" cy="232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399c416d7_0_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2" name="Google Shape;542;g3a399c416d7_0_0"/>
          <p:cNvSpPr txBox="1"/>
          <p:nvPr>
            <p:ph type="title"/>
          </p:nvPr>
        </p:nvSpPr>
        <p:spPr>
          <a:xfrm>
            <a:off x="471675" y="457200"/>
            <a:ext cx="7380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600"/>
              <a:t>Overview</a:t>
            </a:r>
            <a:endParaRPr sz="3600"/>
          </a:p>
        </p:txBody>
      </p:sp>
      <p:sp>
        <p:nvSpPr>
          <p:cNvPr id="543" name="Google Shape;543;g3a399c416d7_0_0"/>
          <p:cNvSpPr txBox="1"/>
          <p:nvPr>
            <p:ph type="title"/>
          </p:nvPr>
        </p:nvSpPr>
        <p:spPr>
          <a:xfrm>
            <a:off x="585100" y="1163550"/>
            <a:ext cx="75963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will analyze 5 tasks: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Merge Sort</a:t>
            </a:r>
            <a:br>
              <a:rPr lang="en"/>
            </a:br>
            <a:r>
              <a:rPr lang="en"/>
              <a:t>Binary Search</a:t>
            </a:r>
            <a:br>
              <a:rPr lang="en"/>
            </a:br>
            <a:r>
              <a:rPr lang="en"/>
              <a:t>KMP Pattern Matching</a:t>
            </a:r>
            <a:br>
              <a:rPr lang="en"/>
            </a:br>
            <a:r>
              <a:rPr lang="en"/>
              <a:t>N-Queens Backtracking</a:t>
            </a:r>
            <a:br>
              <a:rPr lang="en"/>
            </a:br>
            <a:r>
              <a:rPr lang="en"/>
              <a:t>Dijkstra’s Shortest Path</a:t>
            </a:r>
            <a:endParaRPr/>
          </a:p>
        </p:txBody>
      </p:sp>
      <p:pic>
        <p:nvPicPr>
          <p:cNvPr id="544" name="Google Shape;544;g3a399c416d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9975" y="1290644"/>
            <a:ext cx="3943726" cy="221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399c416d7_0_2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0" name="Google Shape;550;g3a399c416d7_0_28"/>
          <p:cNvSpPr txBox="1"/>
          <p:nvPr>
            <p:ph type="title"/>
          </p:nvPr>
        </p:nvSpPr>
        <p:spPr>
          <a:xfrm>
            <a:off x="471675" y="457200"/>
            <a:ext cx="7380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600"/>
              <a:t>Q1 — MERGE SORT</a:t>
            </a:r>
            <a:endParaRPr sz="3600"/>
          </a:p>
        </p:txBody>
      </p:sp>
      <p:sp>
        <p:nvSpPr>
          <p:cNvPr id="551" name="Google Shape;551;g3a399c416d7_0_28"/>
          <p:cNvSpPr txBox="1"/>
          <p:nvPr>
            <p:ph type="title"/>
          </p:nvPr>
        </p:nvSpPr>
        <p:spPr>
          <a:xfrm>
            <a:off x="363825" y="1291375"/>
            <a:ext cx="75963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Problem Description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program to sort a list of integers using Merge Sort.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user inputs n numbers → output sorted list.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Concepts involved: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Recursion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Divide &amp; conquer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Merging two sorted halves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a399c416d7_0_6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7" name="Google Shape;557;g3a399c416d7_0_67"/>
          <p:cNvSpPr txBox="1"/>
          <p:nvPr>
            <p:ph type="title"/>
          </p:nvPr>
        </p:nvSpPr>
        <p:spPr>
          <a:xfrm>
            <a:off x="471675" y="457200"/>
            <a:ext cx="7380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600"/>
              <a:t>THINK</a:t>
            </a:r>
            <a:endParaRPr sz="3600"/>
          </a:p>
        </p:txBody>
      </p:sp>
      <p:sp>
        <p:nvSpPr>
          <p:cNvPr id="558" name="Google Shape;558;g3a399c416d7_0_67"/>
          <p:cNvSpPr txBox="1"/>
          <p:nvPr>
            <p:ph type="title"/>
          </p:nvPr>
        </p:nvSpPr>
        <p:spPr>
          <a:xfrm>
            <a:off x="363825" y="1291375"/>
            <a:ext cx="75963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Goal:</a:t>
            </a:r>
            <a:r>
              <a:rPr lang="en"/>
              <a:t> sort a list of integers using merge sort.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</a:t>
            </a:r>
            <a:r>
              <a:rPr b="1" lang="en"/>
              <a:t>put:</a:t>
            </a:r>
            <a:r>
              <a:rPr lang="en"/>
              <a:t> </a:t>
            </a:r>
            <a:r>
              <a:rPr lang="en"/>
              <a:t>n numbers from the user.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Output: </a:t>
            </a:r>
            <a:r>
              <a:rPr lang="en"/>
              <a:t>numbers sorted in ascending order.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 sort is one of the most reliable and widely used sorting methods, especially when large datasets are involved.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a399c416d7_0_2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4" name="Google Shape;564;g3a399c416d7_0_22"/>
          <p:cNvSpPr txBox="1"/>
          <p:nvPr>
            <p:ph type="title"/>
          </p:nvPr>
        </p:nvSpPr>
        <p:spPr>
          <a:xfrm>
            <a:off x="471675" y="457200"/>
            <a:ext cx="8175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600"/>
              <a:t>Why merge sort uses recursion?</a:t>
            </a:r>
            <a:endParaRPr sz="3600"/>
          </a:p>
        </p:txBody>
      </p:sp>
      <p:sp>
        <p:nvSpPr>
          <p:cNvPr id="565" name="Google Shape;565;g3a399c416d7_0_22"/>
          <p:cNvSpPr txBox="1"/>
          <p:nvPr>
            <p:ph type="title"/>
          </p:nvPr>
        </p:nvSpPr>
        <p:spPr>
          <a:xfrm>
            <a:off x="363825" y="1291375"/>
            <a:ext cx="7596300" cy="3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idea: Divide and Conquer</a:t>
            </a:r>
            <a:endParaRPr b="1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Divide the array into two halves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Recursively sort each half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Merge them back together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recursion?</a:t>
            </a:r>
            <a:endParaRPr b="1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The algorithm naturally splits until 1-element arrays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Recursion reduces complexity of logic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Easy to express “divide” and “merge” steps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a399c416d7_0_1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1" name="Google Shape;571;g3a399c416d7_0_16"/>
          <p:cNvSpPr txBox="1"/>
          <p:nvPr>
            <p:ph type="title"/>
          </p:nvPr>
        </p:nvSpPr>
        <p:spPr>
          <a:xfrm>
            <a:off x="471675" y="457200"/>
            <a:ext cx="7380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600"/>
              <a:t>THE KEY IDEA</a:t>
            </a:r>
            <a:endParaRPr sz="3600"/>
          </a:p>
        </p:txBody>
      </p:sp>
      <p:sp>
        <p:nvSpPr>
          <p:cNvPr id="572" name="Google Shape;572;g3a399c416d7_0_16"/>
          <p:cNvSpPr txBox="1"/>
          <p:nvPr>
            <p:ph type="title"/>
          </p:nvPr>
        </p:nvSpPr>
        <p:spPr>
          <a:xfrm>
            <a:off x="433100" y="1140600"/>
            <a:ext cx="85026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 Sort without recursion becomes unnecessarily complicated. Recursion fits the algorithm’s structure naturally.</a:t>
            </a:r>
            <a:endParaRPr/>
          </a:p>
        </p:txBody>
      </p:sp>
      <p:pic>
        <p:nvPicPr>
          <p:cNvPr id="573" name="Google Shape;573;g3a399c416d7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826" y="2205175"/>
            <a:ext cx="4811651" cy="270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a399c416d7_0_5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9" name="Google Shape;579;g3a399c416d7_0_59"/>
          <p:cNvSpPr txBox="1"/>
          <p:nvPr>
            <p:ph type="title"/>
          </p:nvPr>
        </p:nvSpPr>
        <p:spPr>
          <a:xfrm>
            <a:off x="471675" y="457200"/>
            <a:ext cx="7380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600"/>
              <a:t>How merging works </a:t>
            </a:r>
            <a:endParaRPr sz="3600"/>
          </a:p>
        </p:txBody>
      </p:sp>
      <p:sp>
        <p:nvSpPr>
          <p:cNvPr id="580" name="Google Shape;580;g3a399c416d7_0_59"/>
          <p:cNvSpPr txBox="1"/>
          <p:nvPr>
            <p:ph type="title"/>
          </p:nvPr>
        </p:nvSpPr>
        <p:spPr>
          <a:xfrm>
            <a:off x="363825" y="1291375"/>
            <a:ext cx="7596300" cy="3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merging two sorted arrays: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Compare the first elements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Move the smaller into a temporary array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Repeat until both halves are empty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Copy back results to the original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performance note: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Merging always takes O(n) time.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Full algorithm is O(n log n).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a399c416d7_0_1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6" name="Google Shape;586;g3a399c416d7_0_10"/>
          <p:cNvSpPr txBox="1"/>
          <p:nvPr>
            <p:ph type="title"/>
          </p:nvPr>
        </p:nvSpPr>
        <p:spPr>
          <a:xfrm>
            <a:off x="471675" y="457200"/>
            <a:ext cx="7380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600"/>
              <a:t>Code walkthrough</a:t>
            </a:r>
            <a:endParaRPr sz="3600"/>
          </a:p>
        </p:txBody>
      </p:sp>
      <p:sp>
        <p:nvSpPr>
          <p:cNvPr id="587" name="Google Shape;587;g3a399c416d7_0_10"/>
          <p:cNvSpPr txBox="1"/>
          <p:nvPr>
            <p:ph type="title"/>
          </p:nvPr>
        </p:nvSpPr>
        <p:spPr>
          <a:xfrm>
            <a:off x="363825" y="1291375"/>
            <a:ext cx="75963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he mergeSort(...) method calls itself on smaller segments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he base case is when the segment has 1 element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he merge(...) method combines two sorted subarrays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emporary arrays are used to keep merging simple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a399c416d7_0_7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3" name="Google Shape;593;g3a399c416d7_0_78"/>
          <p:cNvSpPr txBox="1"/>
          <p:nvPr>
            <p:ph type="title"/>
          </p:nvPr>
        </p:nvSpPr>
        <p:spPr>
          <a:xfrm>
            <a:off x="471675" y="457200"/>
            <a:ext cx="7380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600"/>
              <a:t>Q2 — BINARY SEARCH</a:t>
            </a:r>
            <a:endParaRPr sz="3600"/>
          </a:p>
        </p:txBody>
      </p:sp>
      <p:sp>
        <p:nvSpPr>
          <p:cNvPr id="594" name="Google Shape;594;g3a399c416d7_0_78"/>
          <p:cNvSpPr txBox="1"/>
          <p:nvPr>
            <p:ph type="title"/>
          </p:nvPr>
        </p:nvSpPr>
        <p:spPr>
          <a:xfrm>
            <a:off x="471675" y="1741825"/>
            <a:ext cx="7596300" cy="28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Problem Description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Binary Search to find if a given number exists in a sorted array.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Ask the user for the number and display the index if found.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a399c416d7_0_8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0" name="Google Shape;600;g3a399c416d7_0_85"/>
          <p:cNvSpPr txBox="1"/>
          <p:nvPr>
            <p:ph type="title"/>
          </p:nvPr>
        </p:nvSpPr>
        <p:spPr>
          <a:xfrm>
            <a:off x="471675" y="457200"/>
            <a:ext cx="7380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600"/>
              <a:t>THINK</a:t>
            </a:r>
            <a:endParaRPr sz="3600"/>
          </a:p>
        </p:txBody>
      </p:sp>
      <p:sp>
        <p:nvSpPr>
          <p:cNvPr id="601" name="Google Shape;601;g3a399c416d7_0_85"/>
          <p:cNvSpPr txBox="1"/>
          <p:nvPr>
            <p:ph type="title"/>
          </p:nvPr>
        </p:nvSpPr>
        <p:spPr>
          <a:xfrm>
            <a:off x="363825" y="1291375"/>
            <a:ext cx="75963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r>
              <a:rPr b="1" lang="en"/>
              <a:t>oal: </a:t>
            </a:r>
            <a:r>
              <a:rPr lang="en"/>
              <a:t>check if a number exists in a sorted array using binary search.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</a:t>
            </a:r>
            <a:r>
              <a:rPr b="1" lang="en"/>
              <a:t>nput: </a:t>
            </a:r>
            <a:r>
              <a:rPr lang="en"/>
              <a:t>n numbers and a target number.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</a:t>
            </a:r>
            <a:r>
              <a:rPr b="1" lang="en"/>
              <a:t>utput: </a:t>
            </a:r>
            <a:r>
              <a:rPr lang="en"/>
              <a:t>index of the number or a message saying it was not found.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inary search only works correctly if the array is sorted.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a399c416d7_0_5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7" name="Google Shape;607;g3a399c416d7_0_53"/>
          <p:cNvSpPr txBox="1"/>
          <p:nvPr>
            <p:ph type="title"/>
          </p:nvPr>
        </p:nvSpPr>
        <p:spPr>
          <a:xfrm>
            <a:off x="471675" y="457200"/>
            <a:ext cx="7380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600"/>
              <a:t>Why binary search is efficient</a:t>
            </a:r>
            <a:endParaRPr sz="3600"/>
          </a:p>
        </p:txBody>
      </p:sp>
      <p:sp>
        <p:nvSpPr>
          <p:cNvPr id="608" name="Google Shape;608;g3a399c416d7_0_53"/>
          <p:cNvSpPr txBox="1"/>
          <p:nvPr>
            <p:ph type="title"/>
          </p:nvPr>
        </p:nvSpPr>
        <p:spPr>
          <a:xfrm>
            <a:off x="363825" y="1291375"/>
            <a:ext cx="75963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inary search repeatedly halves the search space: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check the middle element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if the target is smaller → search the left half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if larger → search the right half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reduces the number of comparisons dramatically. Example: with one million items, binary search needs around 20 steps.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difference between o(log n) and o(n).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a399c416d7_0_4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4" name="Google Shape;614;g3a399c416d7_0_47"/>
          <p:cNvSpPr txBox="1"/>
          <p:nvPr>
            <p:ph type="title"/>
          </p:nvPr>
        </p:nvSpPr>
        <p:spPr>
          <a:xfrm>
            <a:off x="471675" y="457200"/>
            <a:ext cx="7380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600"/>
              <a:t>Q2 code explanation</a:t>
            </a:r>
            <a:endParaRPr sz="3600"/>
          </a:p>
        </p:txBody>
      </p:sp>
      <p:sp>
        <p:nvSpPr>
          <p:cNvPr id="615" name="Google Shape;615;g3a399c416d7_0_47"/>
          <p:cNvSpPr txBox="1"/>
          <p:nvPr>
            <p:ph type="title"/>
          </p:nvPr>
        </p:nvSpPr>
        <p:spPr>
          <a:xfrm>
            <a:off x="363825" y="1291375"/>
            <a:ext cx="75963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</a:t>
            </a:r>
            <a:r>
              <a:rPr lang="en"/>
              <a:t>he array is sorted before searching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r>
              <a:rPr lang="en"/>
              <a:t>ow, high, and mid define the boundaries of the current search area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he loop continues while low ≤ high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he method returns the index if found, or −1 otherwise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a399c416d7_0_4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1" name="Google Shape;621;g3a399c416d7_0_41"/>
          <p:cNvSpPr txBox="1"/>
          <p:nvPr>
            <p:ph type="title"/>
          </p:nvPr>
        </p:nvSpPr>
        <p:spPr>
          <a:xfrm>
            <a:off x="471675" y="457200"/>
            <a:ext cx="7380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600"/>
              <a:t>Q3 — STRING PROCESSING</a:t>
            </a:r>
            <a:endParaRPr sz="3600"/>
          </a:p>
        </p:txBody>
      </p:sp>
      <p:sp>
        <p:nvSpPr>
          <p:cNvPr id="622" name="Google Shape;622;g3a399c416d7_0_41"/>
          <p:cNvSpPr txBox="1"/>
          <p:nvPr>
            <p:ph type="title"/>
          </p:nvPr>
        </p:nvSpPr>
        <p:spPr>
          <a:xfrm>
            <a:off x="471675" y="2579700"/>
            <a:ext cx="75963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Implement the Knuth-Morris-Pratt (KMP) string-matching algorithm. Ask the user for a main string and a pattern, then print all positions where the pattern appears.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a399c416d7_0_9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8" name="Google Shape;628;g3a399c416d7_0_96"/>
          <p:cNvSpPr txBox="1"/>
          <p:nvPr>
            <p:ph type="title"/>
          </p:nvPr>
        </p:nvSpPr>
        <p:spPr>
          <a:xfrm>
            <a:off x="471675" y="457200"/>
            <a:ext cx="7380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600"/>
              <a:t>THINK</a:t>
            </a:r>
            <a:endParaRPr sz="3600"/>
          </a:p>
        </p:txBody>
      </p:sp>
      <p:sp>
        <p:nvSpPr>
          <p:cNvPr id="629" name="Google Shape;629;g3a399c416d7_0_96"/>
          <p:cNvSpPr txBox="1"/>
          <p:nvPr>
            <p:ph type="title"/>
          </p:nvPr>
        </p:nvSpPr>
        <p:spPr>
          <a:xfrm>
            <a:off x="363825" y="1291375"/>
            <a:ext cx="7596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r>
              <a:rPr b="1" lang="en"/>
              <a:t>oal: </a:t>
            </a:r>
            <a:r>
              <a:rPr lang="en"/>
              <a:t>find all positions where a pattern appears inside a text using the kmp algorithm.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</a:t>
            </a:r>
            <a:r>
              <a:rPr b="1" lang="en"/>
              <a:t>ey idea: </a:t>
            </a:r>
            <a:r>
              <a:rPr lang="en"/>
              <a:t>KMP avoids repeating comparisons by using a prefix table (also called LPS array).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a399c416d7_0_10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5" name="Google Shape;635;g3a399c416d7_0_102"/>
          <p:cNvSpPr txBox="1"/>
          <p:nvPr>
            <p:ph type="title"/>
          </p:nvPr>
        </p:nvSpPr>
        <p:spPr>
          <a:xfrm>
            <a:off x="471675" y="457200"/>
            <a:ext cx="84222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900"/>
              <a:t>Why kmp avoids redundant comparisons?</a:t>
            </a:r>
            <a:endParaRPr sz="2900"/>
          </a:p>
        </p:txBody>
      </p:sp>
      <p:sp>
        <p:nvSpPr>
          <p:cNvPr id="636" name="Google Shape;636;g3a399c416d7_0_102"/>
          <p:cNvSpPr txBox="1"/>
          <p:nvPr>
            <p:ph type="title"/>
          </p:nvPr>
        </p:nvSpPr>
        <p:spPr>
          <a:xfrm>
            <a:off x="407050" y="1043700"/>
            <a:ext cx="86163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 naive string search may re-check characters many times.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KPM </a:t>
            </a:r>
            <a:r>
              <a:rPr lang="en"/>
              <a:t>improves this by: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B</a:t>
            </a:r>
            <a:r>
              <a:rPr lang="en"/>
              <a:t>uilding the prefix table (LPS)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J</a:t>
            </a:r>
            <a:r>
              <a:rPr lang="en"/>
              <a:t>umping forward when mismatch happens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U</a:t>
            </a:r>
            <a:r>
              <a:rPr lang="en"/>
              <a:t>sing knowledge about previous matches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algorithm runs in linear time: o(n + m).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important for long texts.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a399c416d7_0_11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2" name="Google Shape;642;g3a399c416d7_0_114"/>
          <p:cNvSpPr txBox="1"/>
          <p:nvPr>
            <p:ph type="title"/>
          </p:nvPr>
        </p:nvSpPr>
        <p:spPr>
          <a:xfrm>
            <a:off x="471675" y="457200"/>
            <a:ext cx="84222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900"/>
              <a:t>Understanding the prefix table (lps)</a:t>
            </a:r>
            <a:endParaRPr sz="2900"/>
          </a:p>
        </p:txBody>
      </p:sp>
      <p:sp>
        <p:nvSpPr>
          <p:cNvPr id="643" name="Google Shape;643;g3a399c416d7_0_114"/>
          <p:cNvSpPr txBox="1"/>
          <p:nvPr>
            <p:ph type="title"/>
          </p:nvPr>
        </p:nvSpPr>
        <p:spPr>
          <a:xfrm>
            <a:off x="363825" y="1291375"/>
            <a:ext cx="8373000" cy="39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is the </a:t>
            </a:r>
            <a:r>
              <a:rPr lang="en"/>
              <a:t>key optimization in KPM</a:t>
            </a:r>
            <a:br>
              <a:rPr lang="en"/>
            </a:br>
            <a:r>
              <a:rPr lang="en"/>
              <a:t>T</a:t>
            </a:r>
            <a:r>
              <a:rPr lang="en"/>
              <a:t>he lps array represents: the longest proper prefix of the pattern that is also a suffix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br>
              <a:rPr lang="en"/>
            </a:br>
            <a:r>
              <a:rPr lang="en"/>
              <a:t> pattern: “ababc”</a:t>
            </a:r>
            <a:br>
              <a:rPr lang="en"/>
            </a:br>
            <a:r>
              <a:rPr lang="en"/>
              <a:t> lps: [0, 0, 1, 2, 0]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See code i created for this task in my github</a:t>
            </a:r>
            <a:br>
              <a:rPr lang="en"/>
            </a:br>
            <a:r>
              <a:rPr b="1" lang="en" sz="1400" u="sng">
                <a:hlinkClick r:id="rId3"/>
              </a:rPr>
              <a:t>https://github.com/AlaTooMirlanNurbekov/A004_Basics_of_Algorithmization_and_Programming/tree/main/0002_codes/A0011</a:t>
            </a:r>
            <a:r>
              <a:rPr b="1" lang="en" sz="1400" u="sng"/>
              <a:t> </a:t>
            </a:r>
            <a:endParaRPr b="1" sz="1400" u="sng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399c416d7_0_12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9" name="Google Shape;649;g3a399c416d7_0_120"/>
          <p:cNvSpPr txBox="1"/>
          <p:nvPr>
            <p:ph type="title"/>
          </p:nvPr>
        </p:nvSpPr>
        <p:spPr>
          <a:xfrm>
            <a:off x="471675" y="457200"/>
            <a:ext cx="84222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900"/>
              <a:t>Q4 - N-QUEENS</a:t>
            </a:r>
            <a:endParaRPr sz="2900"/>
          </a:p>
        </p:txBody>
      </p:sp>
      <p:sp>
        <p:nvSpPr>
          <p:cNvPr id="650" name="Google Shape;650;g3a399c416d7_0_120"/>
          <p:cNvSpPr txBox="1"/>
          <p:nvPr>
            <p:ph type="title"/>
          </p:nvPr>
        </p:nvSpPr>
        <p:spPr>
          <a:xfrm>
            <a:off x="514900" y="3214375"/>
            <a:ext cx="75963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 Write a recursive program to place N queens on an N×N chessboard so that no two queens attack each other. Print one valid arrangement. </a:t>
            </a:r>
            <a:endParaRPr/>
          </a:p>
        </p:txBody>
      </p:sp>
      <p:pic>
        <p:nvPicPr>
          <p:cNvPr id="651" name="Google Shape;651;g3a399c416d7_0_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3088" y="1188500"/>
            <a:ext cx="4217825" cy="18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a399c416d7_0_15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7" name="Google Shape;657;g3a399c416d7_0_154"/>
          <p:cNvSpPr txBox="1"/>
          <p:nvPr>
            <p:ph type="title"/>
          </p:nvPr>
        </p:nvSpPr>
        <p:spPr>
          <a:xfrm>
            <a:off x="471675" y="457200"/>
            <a:ext cx="73806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600"/>
              <a:t>THINK</a:t>
            </a:r>
            <a:endParaRPr sz="3600"/>
          </a:p>
        </p:txBody>
      </p:sp>
      <p:sp>
        <p:nvSpPr>
          <p:cNvPr id="658" name="Google Shape;658;g3a399c416d7_0_154"/>
          <p:cNvSpPr txBox="1"/>
          <p:nvPr>
            <p:ph type="title"/>
          </p:nvPr>
        </p:nvSpPr>
        <p:spPr>
          <a:xfrm>
            <a:off x="363825" y="1291375"/>
            <a:ext cx="7596300" cy="28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Goal: </a:t>
            </a:r>
            <a:r>
              <a:rPr lang="en"/>
              <a:t>place n queens on an n×n board so that none attack each other.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</a:t>
            </a:r>
            <a:r>
              <a:rPr b="1" lang="en"/>
              <a:t>utput:</a:t>
            </a:r>
            <a:r>
              <a:rPr lang="en"/>
              <a:t> one valid arrangement of queens.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his problem demonstrates pure recursive thinking and structured backtracking.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a399c416d7_0_12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4" name="Google Shape;664;g3a399c416d7_0_126"/>
          <p:cNvSpPr txBox="1"/>
          <p:nvPr>
            <p:ph type="title"/>
          </p:nvPr>
        </p:nvSpPr>
        <p:spPr>
          <a:xfrm>
            <a:off x="471675" y="457200"/>
            <a:ext cx="84222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900"/>
              <a:t>Why backtracking is needed?</a:t>
            </a:r>
            <a:endParaRPr sz="2900"/>
          </a:p>
        </p:txBody>
      </p:sp>
      <p:sp>
        <p:nvSpPr>
          <p:cNvPr id="665" name="Google Shape;665;g3a399c416d7_0_126"/>
          <p:cNvSpPr txBox="1"/>
          <p:nvPr>
            <p:ph type="title"/>
          </p:nvPr>
        </p:nvSpPr>
        <p:spPr>
          <a:xfrm>
            <a:off x="284175" y="974850"/>
            <a:ext cx="7596300" cy="4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 n-queens, many placements look possible at first but later become invalid.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acktracking means: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place a queen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check if the board is still valid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if later a conflict appears, undo the move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try the next possible column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his imitates how humans solve puzzles: </a:t>
            </a:r>
            <a:br>
              <a:rPr lang="en"/>
            </a:br>
            <a:r>
              <a:rPr lang="en"/>
              <a:t>try → check → undo → try again.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a399c416d7_0_13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1" name="Google Shape;671;g3a399c416d7_0_132"/>
          <p:cNvSpPr txBox="1"/>
          <p:nvPr>
            <p:ph type="title"/>
          </p:nvPr>
        </p:nvSpPr>
        <p:spPr>
          <a:xfrm>
            <a:off x="471675" y="457200"/>
            <a:ext cx="84222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900"/>
              <a:t>Checking validity</a:t>
            </a:r>
            <a:endParaRPr sz="2900"/>
          </a:p>
        </p:txBody>
      </p:sp>
      <p:sp>
        <p:nvSpPr>
          <p:cNvPr id="672" name="Google Shape;672;g3a399c416d7_0_132"/>
          <p:cNvSpPr txBox="1"/>
          <p:nvPr>
            <p:ph type="title"/>
          </p:nvPr>
        </p:nvSpPr>
        <p:spPr>
          <a:xfrm>
            <a:off x="363825" y="1291375"/>
            <a:ext cx="7596300" cy="3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 QUEEN cannot share: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column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row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diagonal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673" name="Google Shape;673;g3a399c416d7_0_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7150" y="1971800"/>
            <a:ext cx="5049549" cy="244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a399c416d7_0_16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9" name="Google Shape;679;g3a399c416d7_0_166"/>
          <p:cNvSpPr txBox="1"/>
          <p:nvPr>
            <p:ph type="title"/>
          </p:nvPr>
        </p:nvSpPr>
        <p:spPr>
          <a:xfrm>
            <a:off x="471675" y="457200"/>
            <a:ext cx="84222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900"/>
              <a:t>Checking validity</a:t>
            </a:r>
            <a:endParaRPr sz="2900"/>
          </a:p>
        </p:txBody>
      </p:sp>
      <p:sp>
        <p:nvSpPr>
          <p:cNvPr id="680" name="Google Shape;680;g3a399c416d7_0_166"/>
          <p:cNvSpPr txBox="1"/>
          <p:nvPr>
            <p:ph type="title"/>
          </p:nvPr>
        </p:nvSpPr>
        <p:spPr>
          <a:xfrm>
            <a:off x="363825" y="1291375"/>
            <a:ext cx="7596300" cy="29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See my code</a:t>
            </a:r>
            <a:br>
              <a:rPr lang="en"/>
            </a:br>
            <a:r>
              <a:rPr lang="en"/>
              <a:t>- same column above</a:t>
            </a:r>
            <a:br>
              <a:rPr lang="en"/>
            </a:br>
            <a:r>
              <a:rPr lang="en"/>
              <a:t>- upper-left diagonal</a:t>
            </a:r>
            <a:br>
              <a:rPr lang="en"/>
            </a:br>
            <a:r>
              <a:rPr lang="en"/>
              <a:t>- upper-right diagonal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ensures all queens stay safe.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681" name="Google Shape;681;g3a399c416d7_0_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2875" y="1044863"/>
            <a:ext cx="3053775" cy="305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a399c416d7_0_13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7" name="Google Shape;687;g3a399c416d7_0_138"/>
          <p:cNvSpPr txBox="1"/>
          <p:nvPr>
            <p:ph type="title"/>
          </p:nvPr>
        </p:nvSpPr>
        <p:spPr>
          <a:xfrm>
            <a:off x="471675" y="457200"/>
            <a:ext cx="84222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900"/>
              <a:t>Q5 - GRAPH</a:t>
            </a:r>
            <a:endParaRPr sz="2900"/>
          </a:p>
        </p:txBody>
      </p:sp>
      <p:sp>
        <p:nvSpPr>
          <p:cNvPr id="688" name="Google Shape;688;g3a399c416d7_0_138"/>
          <p:cNvSpPr txBox="1"/>
          <p:nvPr>
            <p:ph type="title"/>
          </p:nvPr>
        </p:nvSpPr>
        <p:spPr>
          <a:xfrm>
            <a:off x="363825" y="1291375"/>
            <a:ext cx="75963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Represent a weighted graph using an adjacency matrix and find the shortest path from a starting vertex using Dijkstra’s Algorithm. </a:t>
            </a:r>
            <a:endParaRPr/>
          </a:p>
        </p:txBody>
      </p:sp>
      <p:pic>
        <p:nvPicPr>
          <p:cNvPr id="689" name="Google Shape;689;g3a399c416d7_0_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6425" y="2473375"/>
            <a:ext cx="4247006" cy="236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a399c416d7_0_14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5" name="Google Shape;695;g3a399c416d7_0_144"/>
          <p:cNvSpPr txBox="1"/>
          <p:nvPr>
            <p:ph type="title"/>
          </p:nvPr>
        </p:nvSpPr>
        <p:spPr>
          <a:xfrm>
            <a:off x="471675" y="457200"/>
            <a:ext cx="84222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900"/>
              <a:t>THINK</a:t>
            </a:r>
            <a:endParaRPr sz="2900"/>
          </a:p>
        </p:txBody>
      </p:sp>
      <p:sp>
        <p:nvSpPr>
          <p:cNvPr id="696" name="Google Shape;696;g3a399c416d7_0_144"/>
          <p:cNvSpPr txBox="1"/>
          <p:nvPr>
            <p:ph type="title"/>
          </p:nvPr>
        </p:nvSpPr>
        <p:spPr>
          <a:xfrm>
            <a:off x="363825" y="1291375"/>
            <a:ext cx="7596300" cy="3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r>
              <a:rPr b="1" lang="en"/>
              <a:t>oal: </a:t>
            </a:r>
            <a:r>
              <a:rPr lang="en"/>
              <a:t>find the shortest path from a starting vertex in a weighted graph.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Representation: </a:t>
            </a:r>
            <a:r>
              <a:rPr lang="en"/>
              <a:t>graph stored as an adjacency matrix.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Output: </a:t>
            </a:r>
            <a:r>
              <a:rPr lang="en"/>
              <a:t>distance from the starting vertex to all other vertices.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a399c416d7_0_17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2" name="Google Shape;702;g3a399c416d7_0_174"/>
          <p:cNvSpPr txBox="1"/>
          <p:nvPr>
            <p:ph type="title"/>
          </p:nvPr>
        </p:nvSpPr>
        <p:spPr>
          <a:xfrm>
            <a:off x="471675" y="457200"/>
            <a:ext cx="84222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900"/>
              <a:t>How dijkstra works?</a:t>
            </a:r>
            <a:endParaRPr sz="2900"/>
          </a:p>
        </p:txBody>
      </p:sp>
      <p:sp>
        <p:nvSpPr>
          <p:cNvPr id="703" name="Google Shape;703;g3a399c416d7_0_174"/>
          <p:cNvSpPr txBox="1"/>
          <p:nvPr>
            <p:ph type="title"/>
          </p:nvPr>
        </p:nvSpPr>
        <p:spPr>
          <a:xfrm>
            <a:off x="363825" y="1291375"/>
            <a:ext cx="75963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ijkstra uses a greedy strategy: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choose the vertex with the smallest known distance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update distances to its neighbors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mark the vertex as processed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repeat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ensures we always expand the “closest” vertex first.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a399c416d7_0_19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9" name="Google Shape;709;g3a399c416d7_0_190"/>
          <p:cNvSpPr txBox="1"/>
          <p:nvPr>
            <p:ph type="title"/>
          </p:nvPr>
        </p:nvSpPr>
        <p:spPr>
          <a:xfrm>
            <a:off x="471675" y="457200"/>
            <a:ext cx="84222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900"/>
              <a:t>Why we use a minimum distance array</a:t>
            </a:r>
            <a:endParaRPr sz="2900"/>
          </a:p>
        </p:txBody>
      </p:sp>
      <p:sp>
        <p:nvSpPr>
          <p:cNvPr id="710" name="Google Shape;710;g3a399c416d7_0_190"/>
          <p:cNvSpPr txBox="1"/>
          <p:nvPr>
            <p:ph type="title"/>
          </p:nvPr>
        </p:nvSpPr>
        <p:spPr>
          <a:xfrm>
            <a:off x="363825" y="1291375"/>
            <a:ext cx="75963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he code uses: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distance array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visited array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findMinVertex(...) method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replaces a formal priority queue but works the same way for learning purposes.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idea is to always pick the vertex with the lowest temporary distance, which improves performance compared to scanning all possibilities blindly.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399c416d7_0_18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6" name="Google Shape;716;g3a399c416d7_0_180"/>
          <p:cNvSpPr txBox="1"/>
          <p:nvPr>
            <p:ph type="title"/>
          </p:nvPr>
        </p:nvSpPr>
        <p:spPr>
          <a:xfrm>
            <a:off x="471675" y="457200"/>
            <a:ext cx="84222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900"/>
              <a:t>Wrap up </a:t>
            </a:r>
            <a:endParaRPr sz="2900"/>
          </a:p>
        </p:txBody>
      </p:sp>
      <p:sp>
        <p:nvSpPr>
          <p:cNvPr id="717" name="Google Shape;717;g3a399c416d7_0_180"/>
          <p:cNvSpPr txBox="1"/>
          <p:nvPr>
            <p:ph type="title"/>
          </p:nvPr>
        </p:nvSpPr>
        <p:spPr>
          <a:xfrm>
            <a:off x="363825" y="1291375"/>
            <a:ext cx="75963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-M</a:t>
            </a:r>
            <a:r>
              <a:rPr lang="en"/>
              <a:t>erge sort uses recursion and merging to achieve o(n log n) sorting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-Binary search efficiently finds elements in sorted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-KPM uses the prefix table to skip repeated comparisons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-N-queens demonstrates recursion and backtracking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D</a:t>
            </a:r>
            <a:r>
              <a:rPr lang="en"/>
              <a:t>ijkstra finds shortest paths using a greedy approach and a distance table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a832cf8cdf_0_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3" name="Google Shape;723;g3a832cf8cdf_0_5"/>
          <p:cNvSpPr txBox="1"/>
          <p:nvPr>
            <p:ph type="title"/>
          </p:nvPr>
        </p:nvSpPr>
        <p:spPr>
          <a:xfrm>
            <a:off x="471675" y="457200"/>
            <a:ext cx="84222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900"/>
              <a:t>Self-test </a:t>
            </a:r>
            <a:endParaRPr sz="2900"/>
          </a:p>
        </p:txBody>
      </p:sp>
      <p:sp>
        <p:nvSpPr>
          <p:cNvPr id="724" name="Google Shape;724;g3a832cf8cdf_0_5"/>
          <p:cNvSpPr txBox="1"/>
          <p:nvPr>
            <p:ph type="title"/>
          </p:nvPr>
        </p:nvSpPr>
        <p:spPr>
          <a:xfrm>
            <a:off x="398475" y="979650"/>
            <a:ext cx="75963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Explain why Merge Sort uses a “divide and conquer” approach. How does splitting the array help make the sorting process faster?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Describe how Binary Search reduces the search space at every step. What happens after comparing with the middle element?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What is the purpose of the LPS (prefix) table in KMP, and how does it prevent repeated comparisons during pattern searching?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a832cf8cdf_0_1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0" name="Google Shape;730;g3a832cf8cdf_0_15"/>
          <p:cNvSpPr txBox="1"/>
          <p:nvPr>
            <p:ph type="title"/>
          </p:nvPr>
        </p:nvSpPr>
        <p:spPr>
          <a:xfrm>
            <a:off x="471675" y="457200"/>
            <a:ext cx="84222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900"/>
              <a:t>Self-test </a:t>
            </a:r>
            <a:endParaRPr sz="2900"/>
          </a:p>
        </p:txBody>
      </p:sp>
      <p:sp>
        <p:nvSpPr>
          <p:cNvPr id="731" name="Google Shape;731;g3a832cf8cdf_0_15"/>
          <p:cNvSpPr txBox="1"/>
          <p:nvPr>
            <p:ph type="title"/>
          </p:nvPr>
        </p:nvSpPr>
        <p:spPr>
          <a:xfrm>
            <a:off x="363825" y="1291375"/>
            <a:ext cx="7596300" cy="3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</a:t>
            </a:r>
            <a:r>
              <a:rPr lang="en"/>
              <a:t>In the N-Queens problem, why do we sometimes need to “undo” a queen’s placement? Describe how backtracking helps find a valid solution.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</a:t>
            </a:r>
            <a:r>
              <a:rPr lang="en"/>
              <a:t>Explain how Dijkstra chooses which vertex to process next. Why is selecting the smallest known distance important?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plate - Blocks">
  <a:themeElements>
    <a:clrScheme name="Simple Light">
      <a:dk1>
        <a:srgbClr val="FDFDFC"/>
      </a:dk1>
      <a:lt1>
        <a:srgbClr val="541301"/>
      </a:lt1>
      <a:dk2>
        <a:srgbClr val="DCDBD1"/>
      </a:dk2>
      <a:lt2>
        <a:srgbClr val="E5765B"/>
      </a:lt2>
      <a:accent1>
        <a:srgbClr val="D6FFD7"/>
      </a:accent1>
      <a:accent2>
        <a:srgbClr val="EBFFEC"/>
      </a:accent2>
      <a:accent3>
        <a:srgbClr val="A9B0FE"/>
      </a:accent3>
      <a:accent4>
        <a:srgbClr val="D5D7FF"/>
      </a:accent4>
      <a:accent5>
        <a:srgbClr val="F4BBAD"/>
      </a:accent5>
      <a:accent6>
        <a:srgbClr val="1B1311"/>
      </a:accent6>
      <a:hlink>
        <a:srgbClr val="A9B0F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